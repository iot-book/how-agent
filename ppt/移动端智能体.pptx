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9"/>
  </p:notesMasterIdLst>
  <p:sldIdLst>
    <p:sldId id="602" r:id="rId3"/>
    <p:sldId id="878" r:id="rId4"/>
    <p:sldId id="1053" r:id="rId5"/>
    <p:sldId id="1108" r:id="rId6"/>
    <p:sldId id="1107" r:id="rId7"/>
    <p:sldId id="1099" r:id="rId8"/>
    <p:sldId id="1100" r:id="rId9"/>
    <p:sldId id="1101" r:id="rId10"/>
    <p:sldId id="1110" r:id="rId11"/>
    <p:sldId id="1102" r:id="rId12"/>
    <p:sldId id="1109" r:id="rId13"/>
    <p:sldId id="1103" r:id="rId14"/>
    <p:sldId id="1104" r:id="rId15"/>
    <p:sldId id="1105" r:id="rId16"/>
    <p:sldId id="1106" r:id="rId17"/>
    <p:sldId id="111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B53164A-3317-3AB2-E0D2-DC9F6B42EB9F}" name="a liang" initials="al" userId="2be8577883df0435" providerId="Windows Live"/>
  <p188:author id="{A9D0FBD5-72AB-3270-D20E-52E20BB939AC}" name="冠宇 蔡" initials="冠宇" userId="769d9ea27425145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583B"/>
    <a:srgbClr val="BD745F"/>
    <a:srgbClr val="F0F2F5"/>
    <a:srgbClr val="66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2" autoAdjust="0"/>
    <p:restoredTop sz="89880" autoAdjust="0"/>
  </p:normalViewPr>
  <p:slideViewPr>
    <p:cSldViewPr snapToGrid="0">
      <p:cViewPr varScale="1">
        <p:scale>
          <a:sx n="120" d="100"/>
          <a:sy n="120" d="100"/>
        </p:scale>
        <p:origin x="11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8/10/relationships/authors" Target="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D7DCA-0BBA-4971-8F51-DD4103D8B161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16D86-183F-42D9-B926-84BB93FB326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992A2E-35EB-401B-BDC6-99DB8D52CEE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2CABB-9E96-12C0-C8A4-5AE6287B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25DA1D-4606-7895-55D4-F3853918C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143788-68DE-C46F-12B4-E816C180E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1F4898-963B-F40D-54B4-4B10C571C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906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8D19C-8A1B-A6D6-31EC-EB4F5A00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A48F86-85C1-EE1F-3310-2E3F8B001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1DB16D-098F-1B2E-D5B8-C7A84C896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D7507D-3FC1-2BB4-3CD4-DF259A023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469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FFB09-922F-C03F-587F-6E0386F7D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BCEFA8B-A05A-FA72-1433-7AB90831E2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78F978-8AD1-02B9-EB2E-1547489DF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D5E465-C4B3-528B-FB37-989B0C7E6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317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AA5F5-B073-293D-6BC5-814E8686E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313A65-20D5-D1A1-ED30-20869BCB6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089708-D61D-BD32-B54E-E2C2279A6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DFE383-536E-0824-12CF-3757C97C7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334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A39C6-845F-C93E-BA97-F0670502E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DA3558-1E54-AB18-0D47-6505646FC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A3C05F-7EA5-9C8A-A6A5-DF678C130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0273D6-453B-992D-04CB-D3C6CD011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581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367E1-C7A2-5CF0-8704-6B0DAC60A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B06BA4-BCFF-8F7C-472E-50DA7038DD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240C0C-F003-6255-975E-91B8CF89D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DC040E-98BE-FF77-3083-07ACFDEB6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314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64622-3D8B-D195-5BB7-A2E1053FA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D59753-C030-6B69-CAAF-63A33220D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5AB8FA-E284-E78A-6C0A-93AFF144A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0D7E11-7DB5-3487-5093-C71389531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63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A4F4E-11D8-B7DE-97D8-5205BA17A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3204B7-CCC0-5EFD-E698-B9A7383B4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09DA5A-D77A-6EBD-FF0A-218C929ED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C68526-1DF5-F3DE-56D0-60E19A8CB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1425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400A6-5F2A-AA40-B388-D2B78DCAB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B68044-CE46-6FF0-644D-7E18FBAD1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0E2EAD-A490-D6B8-05F9-B439A7439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F25524-63E3-CCE5-5253-4AAF9E6EA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05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ECFD-5F40-68D8-4217-473B1EBF6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B5E03D-9A0F-7731-DA68-E2D1ACA77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366DBD-6290-1BC9-7447-FABD4BFF0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C5A1B2-1E31-78E4-CD8C-1B20084F8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579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C88B8-119F-3E70-FBF5-3EADF9756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26AF13-F3E5-7400-847F-802645750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51510D-99E7-D410-DD98-C3D075948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AD3C69-642F-7C8F-ECDA-C25752FB3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5887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71801-854A-5DD5-2F60-DAA5B8A9F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167B468-8B1C-C65C-77D8-38F8C641A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F63E90-D624-99DE-3B27-97758DC72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20CB97-65A3-5E80-9228-F9C69086E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6323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A86FA-EF36-2F4C-8544-CE0770431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D9ABE7-9E00-7C55-C12C-E82D02D8A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B06D06-B51D-8E6E-D586-1E6B503CE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280B99-FF04-2CF8-59A5-8D4840312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3593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75FC4-46EA-D2FD-9F55-C140AC07D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975255-3998-6DFA-E206-76BB41899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CC27F9-AE34-9013-9883-91CA41F86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A6FD32-3097-7CD9-3882-1BB67AD9C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D86-183F-42D9-B926-84BB93FB326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175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10" Type="http://schemas.openxmlformats.org/officeDocument/2006/relationships/tags" Target="../tags/tag14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6.xml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0" Type="http://schemas.openxmlformats.org/officeDocument/2006/relationships/tags" Target="../tags/tag41.xml"/><Relationship Id="rId4" Type="http://schemas.openxmlformats.org/officeDocument/2006/relationships/tags" Target="../tags/tag35.xml"/><Relationship Id="rId9" Type="http://schemas.openxmlformats.org/officeDocument/2006/relationships/tags" Target="../tags/tag40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47.xml"/><Relationship Id="rId10" Type="http://schemas.openxmlformats.org/officeDocument/2006/relationships/tags" Target="../tags/tag52.xml"/><Relationship Id="rId4" Type="http://schemas.openxmlformats.org/officeDocument/2006/relationships/tags" Target="../tags/tag46.xml"/><Relationship Id="rId9" Type="http://schemas.openxmlformats.org/officeDocument/2006/relationships/tags" Target="../tags/tag51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9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79.xml"/><Relationship Id="rId10" Type="http://schemas.openxmlformats.org/officeDocument/2006/relationships/tags" Target="../tags/tag84.xml"/><Relationship Id="rId4" Type="http://schemas.openxmlformats.org/officeDocument/2006/relationships/tags" Target="../tags/tag78.xml"/><Relationship Id="rId9" Type="http://schemas.openxmlformats.org/officeDocument/2006/relationships/tags" Target="../tags/tag83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13" Type="http://schemas.openxmlformats.org/officeDocument/2006/relationships/tags" Target="../tags/tag97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12" Type="http://schemas.openxmlformats.org/officeDocument/2006/relationships/tags" Target="../tags/tag96.xml"/><Relationship Id="rId17" Type="http://schemas.openxmlformats.org/officeDocument/2006/relationships/tags" Target="../tags/tag101.xml"/><Relationship Id="rId2" Type="http://schemas.openxmlformats.org/officeDocument/2006/relationships/tags" Target="../tags/tag86.xml"/><Relationship Id="rId16" Type="http://schemas.openxmlformats.org/officeDocument/2006/relationships/tags" Target="../tags/tag100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tags" Target="../tags/tag95.xml"/><Relationship Id="rId5" Type="http://schemas.openxmlformats.org/officeDocument/2006/relationships/tags" Target="../tags/tag89.xml"/><Relationship Id="rId15" Type="http://schemas.openxmlformats.org/officeDocument/2006/relationships/tags" Target="../tags/tag99.xml"/><Relationship Id="rId10" Type="http://schemas.openxmlformats.org/officeDocument/2006/relationships/tags" Target="../tags/tag94.xml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tags" Target="../tags/tag98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13" Type="http://schemas.openxmlformats.org/officeDocument/2006/relationships/tags" Target="../tags/tag114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12" Type="http://schemas.openxmlformats.org/officeDocument/2006/relationships/tags" Target="../tags/tag113.xml"/><Relationship Id="rId17" Type="http://schemas.openxmlformats.org/officeDocument/2006/relationships/tags" Target="../tags/tag118.xml"/><Relationship Id="rId2" Type="http://schemas.openxmlformats.org/officeDocument/2006/relationships/tags" Target="../tags/tag103.xml"/><Relationship Id="rId16" Type="http://schemas.openxmlformats.org/officeDocument/2006/relationships/tags" Target="../tags/tag117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1" Type="http://schemas.openxmlformats.org/officeDocument/2006/relationships/tags" Target="../tags/tag112.xml"/><Relationship Id="rId5" Type="http://schemas.openxmlformats.org/officeDocument/2006/relationships/tags" Target="../tags/tag106.xml"/><Relationship Id="rId15" Type="http://schemas.openxmlformats.org/officeDocument/2006/relationships/tags" Target="../tags/tag116.xml"/><Relationship Id="rId10" Type="http://schemas.openxmlformats.org/officeDocument/2006/relationships/tags" Target="../tags/tag111.xml"/><Relationship Id="rId4" Type="http://schemas.openxmlformats.org/officeDocument/2006/relationships/tags" Target="../tags/tag105.xml"/><Relationship Id="rId9" Type="http://schemas.openxmlformats.org/officeDocument/2006/relationships/tags" Target="../tags/tag110.xml"/><Relationship Id="rId14" Type="http://schemas.openxmlformats.org/officeDocument/2006/relationships/tags" Target="../tags/tag115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126.xml"/><Relationship Id="rId13" Type="http://schemas.openxmlformats.org/officeDocument/2006/relationships/tags" Target="../tags/tag131.xml"/><Relationship Id="rId3" Type="http://schemas.openxmlformats.org/officeDocument/2006/relationships/tags" Target="../tags/tag121.xml"/><Relationship Id="rId7" Type="http://schemas.openxmlformats.org/officeDocument/2006/relationships/tags" Target="../tags/tag125.xml"/><Relationship Id="rId12" Type="http://schemas.openxmlformats.org/officeDocument/2006/relationships/tags" Target="../tags/tag130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tags" Target="../tags/tag129.xml"/><Relationship Id="rId5" Type="http://schemas.openxmlformats.org/officeDocument/2006/relationships/tags" Target="../tags/tag123.xml"/><Relationship Id="rId10" Type="http://schemas.openxmlformats.org/officeDocument/2006/relationships/tags" Target="../tags/tag128.xml"/><Relationship Id="rId4" Type="http://schemas.openxmlformats.org/officeDocument/2006/relationships/tags" Target="../tags/tag122.xml"/><Relationship Id="rId9" Type="http://schemas.openxmlformats.org/officeDocument/2006/relationships/tags" Target="../tags/tag127.xml"/><Relationship Id="rId14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139.xml"/><Relationship Id="rId13" Type="http://schemas.openxmlformats.org/officeDocument/2006/relationships/tags" Target="../tags/tag144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134.xml"/><Relationship Id="rId7" Type="http://schemas.openxmlformats.org/officeDocument/2006/relationships/tags" Target="../tags/tag138.xml"/><Relationship Id="rId12" Type="http://schemas.openxmlformats.org/officeDocument/2006/relationships/tags" Target="../tags/tag143.xml"/><Relationship Id="rId17" Type="http://schemas.openxmlformats.org/officeDocument/2006/relationships/tags" Target="../tags/tag148.xml"/><Relationship Id="rId2" Type="http://schemas.openxmlformats.org/officeDocument/2006/relationships/tags" Target="../tags/tag133.xml"/><Relationship Id="rId16" Type="http://schemas.openxmlformats.org/officeDocument/2006/relationships/tags" Target="../tags/tag147.xml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11" Type="http://schemas.openxmlformats.org/officeDocument/2006/relationships/tags" Target="../tags/tag142.xml"/><Relationship Id="rId5" Type="http://schemas.openxmlformats.org/officeDocument/2006/relationships/tags" Target="../tags/tag136.xml"/><Relationship Id="rId15" Type="http://schemas.openxmlformats.org/officeDocument/2006/relationships/tags" Target="../tags/tag146.xml"/><Relationship Id="rId10" Type="http://schemas.openxmlformats.org/officeDocument/2006/relationships/tags" Target="../tags/tag141.xml"/><Relationship Id="rId4" Type="http://schemas.openxmlformats.org/officeDocument/2006/relationships/tags" Target="../tags/tag135.xml"/><Relationship Id="rId9" Type="http://schemas.openxmlformats.org/officeDocument/2006/relationships/tags" Target="../tags/tag140.xml"/><Relationship Id="rId14" Type="http://schemas.openxmlformats.org/officeDocument/2006/relationships/tags" Target="../tags/tag145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156.xml"/><Relationship Id="rId13" Type="http://schemas.openxmlformats.org/officeDocument/2006/relationships/tags" Target="../tags/tag161.xml"/><Relationship Id="rId3" Type="http://schemas.openxmlformats.org/officeDocument/2006/relationships/tags" Target="../tags/tag151.xml"/><Relationship Id="rId7" Type="http://schemas.openxmlformats.org/officeDocument/2006/relationships/tags" Target="../tags/tag155.xml"/><Relationship Id="rId12" Type="http://schemas.openxmlformats.org/officeDocument/2006/relationships/tags" Target="../tags/tag160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tags" Target="../tags/tag154.xml"/><Relationship Id="rId11" Type="http://schemas.openxmlformats.org/officeDocument/2006/relationships/tags" Target="../tags/tag159.xml"/><Relationship Id="rId5" Type="http://schemas.openxmlformats.org/officeDocument/2006/relationships/tags" Target="../tags/tag153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58.xml"/><Relationship Id="rId4" Type="http://schemas.openxmlformats.org/officeDocument/2006/relationships/tags" Target="../tags/tag152.xml"/><Relationship Id="rId9" Type="http://schemas.openxmlformats.org/officeDocument/2006/relationships/tags" Target="../tags/tag157.xml"/><Relationship Id="rId14" Type="http://schemas.openxmlformats.org/officeDocument/2006/relationships/tags" Target="../tags/tag162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170.xml"/><Relationship Id="rId3" Type="http://schemas.openxmlformats.org/officeDocument/2006/relationships/tags" Target="../tags/tag165.xml"/><Relationship Id="rId7" Type="http://schemas.openxmlformats.org/officeDocument/2006/relationships/tags" Target="../tags/tag169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67.xml"/><Relationship Id="rId10" Type="http://schemas.openxmlformats.org/officeDocument/2006/relationships/tags" Target="../tags/tag172.xml"/><Relationship Id="rId4" Type="http://schemas.openxmlformats.org/officeDocument/2006/relationships/tags" Target="../tags/tag166.xml"/><Relationship Id="rId9" Type="http://schemas.openxmlformats.org/officeDocument/2006/relationships/tags" Target="../tags/tag171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13" Type="http://schemas.openxmlformats.org/officeDocument/2006/relationships/tags" Target="../tags/tag185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12" Type="http://schemas.openxmlformats.org/officeDocument/2006/relationships/tags" Target="../tags/tag184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tags" Target="../tags/tag183.xml"/><Relationship Id="rId5" Type="http://schemas.openxmlformats.org/officeDocument/2006/relationships/tags" Target="../tags/tag177.xml"/><Relationship Id="rId10" Type="http://schemas.openxmlformats.org/officeDocument/2006/relationships/tags" Target="../tags/tag182.xml"/><Relationship Id="rId4" Type="http://schemas.openxmlformats.org/officeDocument/2006/relationships/tags" Target="../tags/tag176.xml"/><Relationship Id="rId9" Type="http://schemas.openxmlformats.org/officeDocument/2006/relationships/tags" Target="../tags/tag181.xml"/><Relationship Id="rId14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193.xml"/><Relationship Id="rId3" Type="http://schemas.openxmlformats.org/officeDocument/2006/relationships/tags" Target="../tags/tag188.xml"/><Relationship Id="rId7" Type="http://schemas.openxmlformats.org/officeDocument/2006/relationships/tags" Target="../tags/tag192.xml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tags" Target="../tags/tag191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190.xml"/><Relationship Id="rId10" Type="http://schemas.openxmlformats.org/officeDocument/2006/relationships/tags" Target="../tags/tag195.xml"/><Relationship Id="rId4" Type="http://schemas.openxmlformats.org/officeDocument/2006/relationships/tags" Target="../tags/tag189.xml"/><Relationship Id="rId9" Type="http://schemas.openxmlformats.org/officeDocument/2006/relationships/tags" Target="../tags/tag194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13" Type="http://schemas.openxmlformats.org/officeDocument/2006/relationships/tags" Target="../tags/tag208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12" Type="http://schemas.openxmlformats.org/officeDocument/2006/relationships/tags" Target="../tags/tag207.xml"/><Relationship Id="rId17" Type="http://schemas.openxmlformats.org/officeDocument/2006/relationships/tags" Target="../tags/tag212.xml"/><Relationship Id="rId2" Type="http://schemas.openxmlformats.org/officeDocument/2006/relationships/tags" Target="../tags/tag197.xml"/><Relationship Id="rId16" Type="http://schemas.openxmlformats.org/officeDocument/2006/relationships/tags" Target="../tags/tag211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11" Type="http://schemas.openxmlformats.org/officeDocument/2006/relationships/tags" Target="../tags/tag206.xml"/><Relationship Id="rId5" Type="http://schemas.openxmlformats.org/officeDocument/2006/relationships/tags" Target="../tags/tag200.xml"/><Relationship Id="rId15" Type="http://schemas.openxmlformats.org/officeDocument/2006/relationships/tags" Target="../tags/tag210.xml"/><Relationship Id="rId10" Type="http://schemas.openxmlformats.org/officeDocument/2006/relationships/tags" Target="../tags/tag205.xml"/><Relationship Id="rId4" Type="http://schemas.openxmlformats.org/officeDocument/2006/relationships/tags" Target="../tags/tag199.xml"/><Relationship Id="rId9" Type="http://schemas.openxmlformats.org/officeDocument/2006/relationships/tags" Target="../tags/tag204.xml"/><Relationship Id="rId14" Type="http://schemas.openxmlformats.org/officeDocument/2006/relationships/tags" Target="../tags/tag209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220.xml"/><Relationship Id="rId13" Type="http://schemas.openxmlformats.org/officeDocument/2006/relationships/tags" Target="../tags/tag225.xml"/><Relationship Id="rId3" Type="http://schemas.openxmlformats.org/officeDocument/2006/relationships/tags" Target="../tags/tag215.xml"/><Relationship Id="rId7" Type="http://schemas.openxmlformats.org/officeDocument/2006/relationships/tags" Target="../tags/tag219.xml"/><Relationship Id="rId12" Type="http://schemas.openxmlformats.org/officeDocument/2006/relationships/tags" Target="../tags/tag224.xml"/><Relationship Id="rId2" Type="http://schemas.openxmlformats.org/officeDocument/2006/relationships/tags" Target="../tags/tag214.xml"/><Relationship Id="rId1" Type="http://schemas.openxmlformats.org/officeDocument/2006/relationships/tags" Target="../tags/tag213.xml"/><Relationship Id="rId6" Type="http://schemas.openxmlformats.org/officeDocument/2006/relationships/tags" Target="../tags/tag218.xml"/><Relationship Id="rId11" Type="http://schemas.openxmlformats.org/officeDocument/2006/relationships/tags" Target="../tags/tag223.xml"/><Relationship Id="rId5" Type="http://schemas.openxmlformats.org/officeDocument/2006/relationships/tags" Target="../tags/tag217.xml"/><Relationship Id="rId10" Type="http://schemas.openxmlformats.org/officeDocument/2006/relationships/tags" Target="../tags/tag222.xml"/><Relationship Id="rId4" Type="http://schemas.openxmlformats.org/officeDocument/2006/relationships/tags" Target="../tags/tag216.xml"/><Relationship Id="rId9" Type="http://schemas.openxmlformats.org/officeDocument/2006/relationships/tags" Target="../tags/tag221.xml"/><Relationship Id="rId14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233.xml"/><Relationship Id="rId13" Type="http://schemas.openxmlformats.org/officeDocument/2006/relationships/tags" Target="../tags/tag238.xml"/><Relationship Id="rId3" Type="http://schemas.openxmlformats.org/officeDocument/2006/relationships/tags" Target="../tags/tag228.xml"/><Relationship Id="rId7" Type="http://schemas.openxmlformats.org/officeDocument/2006/relationships/tags" Target="../tags/tag232.xml"/><Relationship Id="rId12" Type="http://schemas.openxmlformats.org/officeDocument/2006/relationships/tags" Target="../tags/tag237.xml"/><Relationship Id="rId2" Type="http://schemas.openxmlformats.org/officeDocument/2006/relationships/tags" Target="../tags/tag227.xml"/><Relationship Id="rId1" Type="http://schemas.openxmlformats.org/officeDocument/2006/relationships/tags" Target="../tags/tag226.xml"/><Relationship Id="rId6" Type="http://schemas.openxmlformats.org/officeDocument/2006/relationships/tags" Target="../tags/tag231.xml"/><Relationship Id="rId11" Type="http://schemas.openxmlformats.org/officeDocument/2006/relationships/tags" Target="../tags/tag236.xml"/><Relationship Id="rId5" Type="http://schemas.openxmlformats.org/officeDocument/2006/relationships/tags" Target="../tags/tag230.xml"/><Relationship Id="rId10" Type="http://schemas.openxmlformats.org/officeDocument/2006/relationships/tags" Target="../tags/tag235.xml"/><Relationship Id="rId4" Type="http://schemas.openxmlformats.org/officeDocument/2006/relationships/tags" Target="../tags/tag229.xml"/><Relationship Id="rId9" Type="http://schemas.openxmlformats.org/officeDocument/2006/relationships/tags" Target="../tags/tag234.xml"/><Relationship Id="rId14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246.xml"/><Relationship Id="rId13" Type="http://schemas.openxmlformats.org/officeDocument/2006/relationships/tags" Target="../tags/tag251.xml"/><Relationship Id="rId3" Type="http://schemas.openxmlformats.org/officeDocument/2006/relationships/tags" Target="../tags/tag241.xml"/><Relationship Id="rId7" Type="http://schemas.openxmlformats.org/officeDocument/2006/relationships/tags" Target="../tags/tag245.xml"/><Relationship Id="rId12" Type="http://schemas.openxmlformats.org/officeDocument/2006/relationships/tags" Target="../tags/tag250.xml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11" Type="http://schemas.openxmlformats.org/officeDocument/2006/relationships/tags" Target="../tags/tag249.xml"/><Relationship Id="rId5" Type="http://schemas.openxmlformats.org/officeDocument/2006/relationships/tags" Target="../tags/tag243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248.xml"/><Relationship Id="rId4" Type="http://schemas.openxmlformats.org/officeDocument/2006/relationships/tags" Target="../tags/tag242.xml"/><Relationship Id="rId9" Type="http://schemas.openxmlformats.org/officeDocument/2006/relationships/tags" Target="../tags/tag247.xml"/><Relationship Id="rId14" Type="http://schemas.openxmlformats.org/officeDocument/2006/relationships/tags" Target="../tags/tag252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260.xml"/><Relationship Id="rId13" Type="http://schemas.openxmlformats.org/officeDocument/2006/relationships/tags" Target="../tags/tag265.xml"/><Relationship Id="rId3" Type="http://schemas.openxmlformats.org/officeDocument/2006/relationships/tags" Target="../tags/tag255.xml"/><Relationship Id="rId7" Type="http://schemas.openxmlformats.org/officeDocument/2006/relationships/tags" Target="../tags/tag259.xml"/><Relationship Id="rId12" Type="http://schemas.openxmlformats.org/officeDocument/2006/relationships/tags" Target="../tags/tag264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6" Type="http://schemas.openxmlformats.org/officeDocument/2006/relationships/tags" Target="../tags/tag258.xml"/><Relationship Id="rId11" Type="http://schemas.openxmlformats.org/officeDocument/2006/relationships/tags" Target="../tags/tag263.xml"/><Relationship Id="rId5" Type="http://schemas.openxmlformats.org/officeDocument/2006/relationships/tags" Target="../tags/tag257.xml"/><Relationship Id="rId10" Type="http://schemas.openxmlformats.org/officeDocument/2006/relationships/tags" Target="../tags/tag262.xml"/><Relationship Id="rId4" Type="http://schemas.openxmlformats.org/officeDocument/2006/relationships/tags" Target="../tags/tag256.xml"/><Relationship Id="rId9" Type="http://schemas.openxmlformats.org/officeDocument/2006/relationships/tags" Target="../tags/tag261.xml"/><Relationship Id="rId14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273.xml"/><Relationship Id="rId3" Type="http://schemas.openxmlformats.org/officeDocument/2006/relationships/tags" Target="../tags/tag268.xml"/><Relationship Id="rId7" Type="http://schemas.openxmlformats.org/officeDocument/2006/relationships/tags" Target="../tags/tag272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267.xml"/><Relationship Id="rId1" Type="http://schemas.openxmlformats.org/officeDocument/2006/relationships/tags" Target="../tags/tag266.xml"/><Relationship Id="rId6" Type="http://schemas.openxmlformats.org/officeDocument/2006/relationships/tags" Target="../tags/tag271.xml"/><Relationship Id="rId11" Type="http://schemas.openxmlformats.org/officeDocument/2006/relationships/tags" Target="../tags/tag276.xml"/><Relationship Id="rId5" Type="http://schemas.openxmlformats.org/officeDocument/2006/relationships/tags" Target="../tags/tag270.xml"/><Relationship Id="rId10" Type="http://schemas.openxmlformats.org/officeDocument/2006/relationships/tags" Target="../tags/tag275.xml"/><Relationship Id="rId4" Type="http://schemas.openxmlformats.org/officeDocument/2006/relationships/tags" Target="../tags/tag269.xml"/><Relationship Id="rId9" Type="http://schemas.openxmlformats.org/officeDocument/2006/relationships/tags" Target="../tags/tag274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284.xml"/><Relationship Id="rId13" Type="http://schemas.openxmlformats.org/officeDocument/2006/relationships/tags" Target="../tags/tag289.xml"/><Relationship Id="rId18" Type="http://schemas.openxmlformats.org/officeDocument/2006/relationships/slideMaster" Target="../slideMasters/slideMaster2.xml"/><Relationship Id="rId3" Type="http://schemas.openxmlformats.org/officeDocument/2006/relationships/tags" Target="../tags/tag279.xml"/><Relationship Id="rId7" Type="http://schemas.openxmlformats.org/officeDocument/2006/relationships/tags" Target="../tags/tag283.xml"/><Relationship Id="rId12" Type="http://schemas.openxmlformats.org/officeDocument/2006/relationships/tags" Target="../tags/tag288.xml"/><Relationship Id="rId17" Type="http://schemas.openxmlformats.org/officeDocument/2006/relationships/tags" Target="../tags/tag293.xml"/><Relationship Id="rId2" Type="http://schemas.openxmlformats.org/officeDocument/2006/relationships/tags" Target="../tags/tag278.xml"/><Relationship Id="rId16" Type="http://schemas.openxmlformats.org/officeDocument/2006/relationships/tags" Target="../tags/tag292.xml"/><Relationship Id="rId1" Type="http://schemas.openxmlformats.org/officeDocument/2006/relationships/tags" Target="../tags/tag277.xml"/><Relationship Id="rId6" Type="http://schemas.openxmlformats.org/officeDocument/2006/relationships/tags" Target="../tags/tag282.xml"/><Relationship Id="rId11" Type="http://schemas.openxmlformats.org/officeDocument/2006/relationships/tags" Target="../tags/tag287.xml"/><Relationship Id="rId5" Type="http://schemas.openxmlformats.org/officeDocument/2006/relationships/tags" Target="../tags/tag281.xml"/><Relationship Id="rId15" Type="http://schemas.openxmlformats.org/officeDocument/2006/relationships/tags" Target="../tags/tag291.xml"/><Relationship Id="rId10" Type="http://schemas.openxmlformats.org/officeDocument/2006/relationships/tags" Target="../tags/tag286.xml"/><Relationship Id="rId4" Type="http://schemas.openxmlformats.org/officeDocument/2006/relationships/tags" Target="../tags/tag280.xml"/><Relationship Id="rId9" Type="http://schemas.openxmlformats.org/officeDocument/2006/relationships/tags" Target="../tags/tag285.xml"/><Relationship Id="rId14" Type="http://schemas.openxmlformats.org/officeDocument/2006/relationships/tags" Target="../tags/tag290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tags" Target="../tags/tag301.xml"/><Relationship Id="rId13" Type="http://schemas.openxmlformats.org/officeDocument/2006/relationships/tags" Target="../tags/tag306.xml"/><Relationship Id="rId3" Type="http://schemas.openxmlformats.org/officeDocument/2006/relationships/tags" Target="../tags/tag296.xml"/><Relationship Id="rId7" Type="http://schemas.openxmlformats.org/officeDocument/2006/relationships/tags" Target="../tags/tag300.xml"/><Relationship Id="rId12" Type="http://schemas.openxmlformats.org/officeDocument/2006/relationships/tags" Target="../tags/tag305.xml"/><Relationship Id="rId2" Type="http://schemas.openxmlformats.org/officeDocument/2006/relationships/tags" Target="../tags/tag295.xml"/><Relationship Id="rId1" Type="http://schemas.openxmlformats.org/officeDocument/2006/relationships/tags" Target="../tags/tag294.xml"/><Relationship Id="rId6" Type="http://schemas.openxmlformats.org/officeDocument/2006/relationships/tags" Target="../tags/tag299.xml"/><Relationship Id="rId11" Type="http://schemas.openxmlformats.org/officeDocument/2006/relationships/tags" Target="../tags/tag304.xml"/><Relationship Id="rId5" Type="http://schemas.openxmlformats.org/officeDocument/2006/relationships/tags" Target="../tags/tag298.xml"/><Relationship Id="rId10" Type="http://schemas.openxmlformats.org/officeDocument/2006/relationships/tags" Target="../tags/tag303.xml"/><Relationship Id="rId4" Type="http://schemas.openxmlformats.org/officeDocument/2006/relationships/tags" Target="../tags/tag297.xml"/><Relationship Id="rId9" Type="http://schemas.openxmlformats.org/officeDocument/2006/relationships/tags" Target="../tags/tag302.xml"/><Relationship Id="rId14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126A-A70D-4C97-8D48-0F10C2EC76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图片 7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09113" y="0"/>
            <a:ext cx="12300319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09" y="6354879"/>
            <a:ext cx="2743557" cy="365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26" y="6354879"/>
            <a:ext cx="4115336" cy="365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1721" y="6354879"/>
            <a:ext cx="2743557" cy="365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DD0AE-3034-4B21-87A9-808C60475CB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4243690" y="1345785"/>
            <a:ext cx="3779222" cy="3780589"/>
          </a:xfrm>
          <a:prstGeom prst="ellipse">
            <a:avLst/>
          </a:prstGeom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2028569" y="3298008"/>
            <a:ext cx="474234" cy="1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1555741" y="3298008"/>
            <a:ext cx="474234" cy="1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 userDrawn="1"/>
        </p:nvSpPr>
        <p:spPr>
          <a:xfrm>
            <a:off x="1520982" y="3275140"/>
            <a:ext cx="45713" cy="45730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13" name="椭圆 12"/>
          <p:cNvSpPr/>
          <p:nvPr userDrawn="1"/>
        </p:nvSpPr>
        <p:spPr>
          <a:xfrm>
            <a:off x="2502805" y="3275139"/>
            <a:ext cx="45713" cy="45730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14" name="椭圆 13"/>
          <p:cNvSpPr/>
          <p:nvPr userDrawn="1"/>
        </p:nvSpPr>
        <p:spPr>
          <a:xfrm rot="16200000">
            <a:off x="1538372" y="2804627"/>
            <a:ext cx="980395" cy="9800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10179410" y="3296604"/>
            <a:ext cx="474234" cy="1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9701820" y="3296603"/>
            <a:ext cx="474234" cy="1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 userDrawn="1"/>
        </p:nvSpPr>
        <p:spPr>
          <a:xfrm>
            <a:off x="9665473" y="3273737"/>
            <a:ext cx="45713" cy="45730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18" name="椭圆 17"/>
          <p:cNvSpPr/>
          <p:nvPr userDrawn="1"/>
        </p:nvSpPr>
        <p:spPr>
          <a:xfrm>
            <a:off x="10653646" y="3278499"/>
            <a:ext cx="45713" cy="45730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19" name="椭圆 18"/>
          <p:cNvSpPr/>
          <p:nvPr userDrawn="1"/>
        </p:nvSpPr>
        <p:spPr>
          <a:xfrm rot="16200000">
            <a:off x="9689213" y="2803222"/>
            <a:ext cx="980395" cy="9800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20" name="直接连接符 19"/>
          <p:cNvCxnSpPr/>
          <p:nvPr userDrawn="1"/>
        </p:nvCxnSpPr>
        <p:spPr>
          <a:xfrm>
            <a:off x="2518592" y="3298006"/>
            <a:ext cx="290919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 userDrawn="1"/>
        </p:nvSpPr>
        <p:spPr>
          <a:xfrm>
            <a:off x="2759511" y="3245607"/>
            <a:ext cx="99999" cy="100035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2809509" y="3298008"/>
            <a:ext cx="3285696" cy="632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 flipH="1">
            <a:off x="9390515" y="3296098"/>
            <a:ext cx="307951" cy="2543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/>
          <p:cNvSpPr/>
          <p:nvPr userDrawn="1"/>
        </p:nvSpPr>
        <p:spPr>
          <a:xfrm rot="10800000">
            <a:off x="9340513" y="3245763"/>
            <a:ext cx="99999" cy="100035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25" name="直接连接符 24"/>
          <p:cNvCxnSpPr/>
          <p:nvPr userDrawn="1"/>
        </p:nvCxnSpPr>
        <p:spPr>
          <a:xfrm flipH="1">
            <a:off x="6095207" y="3297051"/>
            <a:ext cx="3295308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8" idx="7"/>
          </p:cNvCxnSpPr>
          <p:nvPr userDrawn="1"/>
        </p:nvCxnSpPr>
        <p:spPr>
          <a:xfrm flipH="1">
            <a:off x="6095207" y="1899439"/>
            <a:ext cx="1374252" cy="1396658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8" idx="3"/>
          </p:cNvCxnSpPr>
          <p:nvPr userDrawn="1"/>
        </p:nvCxnSpPr>
        <p:spPr>
          <a:xfrm flipV="1">
            <a:off x="4797145" y="3296098"/>
            <a:ext cx="1298062" cy="1276623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/>
        </p:nvCxnSpPr>
        <p:spPr>
          <a:xfrm flipH="1" flipV="1">
            <a:off x="6098563" y="3301367"/>
            <a:ext cx="1319188" cy="1150895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endCxn id="34" idx="1"/>
          </p:cNvCxnSpPr>
          <p:nvPr userDrawn="1"/>
        </p:nvCxnSpPr>
        <p:spPr>
          <a:xfrm flipH="1" flipV="1">
            <a:off x="4876715" y="1977562"/>
            <a:ext cx="1221847" cy="1315682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/>
          <p:cNvSpPr/>
          <p:nvPr userDrawn="1"/>
        </p:nvSpPr>
        <p:spPr>
          <a:xfrm>
            <a:off x="2751996" y="3216892"/>
            <a:ext cx="152644" cy="152699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1" name="椭圆 30"/>
          <p:cNvSpPr/>
          <p:nvPr userDrawn="1"/>
        </p:nvSpPr>
        <p:spPr>
          <a:xfrm>
            <a:off x="9279749" y="3198088"/>
            <a:ext cx="160762" cy="160819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2" name="椭圆 31"/>
          <p:cNvSpPr/>
          <p:nvPr userDrawn="1"/>
        </p:nvSpPr>
        <p:spPr>
          <a:xfrm>
            <a:off x="4753518" y="4534766"/>
            <a:ext cx="99999" cy="100035"/>
          </a:xfrm>
          <a:prstGeom prst="ellipse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3" name="椭圆 32"/>
          <p:cNvSpPr/>
          <p:nvPr userDrawn="1"/>
        </p:nvSpPr>
        <p:spPr>
          <a:xfrm>
            <a:off x="7419459" y="1856848"/>
            <a:ext cx="99999" cy="100035"/>
          </a:xfrm>
          <a:prstGeom prst="ellipse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4" name="椭圆 33"/>
          <p:cNvSpPr/>
          <p:nvPr userDrawn="1"/>
        </p:nvSpPr>
        <p:spPr>
          <a:xfrm>
            <a:off x="4359552" y="1460211"/>
            <a:ext cx="3531404" cy="3532682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5" name="椭圆 34"/>
          <p:cNvSpPr/>
          <p:nvPr userDrawn="1"/>
        </p:nvSpPr>
        <p:spPr>
          <a:xfrm>
            <a:off x="4837648" y="1950264"/>
            <a:ext cx="99999" cy="100035"/>
          </a:xfrm>
          <a:prstGeom prst="ellipse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6" name="椭圆 35"/>
          <p:cNvSpPr/>
          <p:nvPr userDrawn="1"/>
        </p:nvSpPr>
        <p:spPr>
          <a:xfrm>
            <a:off x="7321627" y="4425184"/>
            <a:ext cx="99999" cy="100035"/>
          </a:xfrm>
          <a:prstGeom prst="ellipse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grpSp>
        <p:nvGrpSpPr>
          <p:cNvPr id="38" name="组合 37"/>
          <p:cNvGrpSpPr/>
          <p:nvPr userDrawn="1"/>
        </p:nvGrpSpPr>
        <p:grpSpPr>
          <a:xfrm>
            <a:off x="4530223" y="1623699"/>
            <a:ext cx="3239579" cy="3240750"/>
            <a:chOff x="4514099" y="1605805"/>
            <a:chExt cx="3240000" cy="3240000"/>
          </a:xfrm>
        </p:grpSpPr>
        <p:sp>
          <p:nvSpPr>
            <p:cNvPr id="39" name="椭圆 38"/>
            <p:cNvSpPr/>
            <p:nvPr/>
          </p:nvSpPr>
          <p:spPr>
            <a:xfrm>
              <a:off x="4514099" y="1605805"/>
              <a:ext cx="3240000" cy="3240000"/>
            </a:xfrm>
            <a:prstGeom prst="ellipse">
              <a:avLst/>
            </a:prstGeom>
            <a:solidFill>
              <a:srgbClr val="595959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519776" y="3660819"/>
              <a:ext cx="3224090" cy="461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45" name="直接连接符 44"/>
          <p:cNvCxnSpPr>
            <a:stCxn id="19" idx="4"/>
          </p:cNvCxnSpPr>
          <p:nvPr userDrawn="1"/>
        </p:nvCxnSpPr>
        <p:spPr>
          <a:xfrm flipV="1">
            <a:off x="10669431" y="3293243"/>
            <a:ext cx="1666107" cy="1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 userDrawn="1"/>
        </p:nvCxnSpPr>
        <p:spPr>
          <a:xfrm flipV="1">
            <a:off x="-122027" y="3293243"/>
            <a:ext cx="1666107" cy="1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椭圆 46"/>
          <p:cNvSpPr/>
          <p:nvPr userDrawn="1"/>
        </p:nvSpPr>
        <p:spPr>
          <a:xfrm>
            <a:off x="586701" y="3149569"/>
            <a:ext cx="287243" cy="287347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48" name="椭圆 47"/>
          <p:cNvSpPr/>
          <p:nvPr userDrawn="1"/>
        </p:nvSpPr>
        <p:spPr>
          <a:xfrm>
            <a:off x="11328113" y="3159097"/>
            <a:ext cx="287243" cy="287347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grpSp>
        <p:nvGrpSpPr>
          <p:cNvPr id="49" name="组合 48"/>
          <p:cNvGrpSpPr/>
          <p:nvPr userDrawn="1"/>
        </p:nvGrpSpPr>
        <p:grpSpPr>
          <a:xfrm>
            <a:off x="3785857" y="920545"/>
            <a:ext cx="4655374" cy="4664314"/>
            <a:chOff x="4095140" y="1166024"/>
            <a:chExt cx="4140000" cy="4146450"/>
          </a:xfrm>
        </p:grpSpPr>
        <p:sp>
          <p:nvSpPr>
            <p:cNvPr id="50" name="椭圆 49"/>
            <p:cNvSpPr/>
            <p:nvPr/>
          </p:nvSpPr>
          <p:spPr>
            <a:xfrm>
              <a:off x="4095140" y="1166024"/>
              <a:ext cx="4140000" cy="414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51" name="弧形 50"/>
            <p:cNvSpPr/>
            <p:nvPr/>
          </p:nvSpPr>
          <p:spPr>
            <a:xfrm>
              <a:off x="4095140" y="1172474"/>
              <a:ext cx="4140000" cy="4140000"/>
            </a:xfrm>
            <a:prstGeom prst="arc">
              <a:avLst>
                <a:gd name="adj1" fmla="val 11936969"/>
                <a:gd name="adj2" fmla="val 17475323"/>
              </a:avLst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</p:grpSp>
      <p:grpSp>
        <p:nvGrpSpPr>
          <p:cNvPr id="52" name="组合 51"/>
          <p:cNvGrpSpPr/>
          <p:nvPr userDrawn="1"/>
        </p:nvGrpSpPr>
        <p:grpSpPr>
          <a:xfrm rot="12406911">
            <a:off x="3800821" y="908679"/>
            <a:ext cx="4655374" cy="4664314"/>
            <a:chOff x="4095140" y="1166024"/>
            <a:chExt cx="4140000" cy="4146450"/>
          </a:xfrm>
        </p:grpSpPr>
        <p:sp>
          <p:nvSpPr>
            <p:cNvPr id="53" name="椭圆 52"/>
            <p:cNvSpPr/>
            <p:nvPr/>
          </p:nvSpPr>
          <p:spPr>
            <a:xfrm>
              <a:off x="4095140" y="1166024"/>
              <a:ext cx="4140000" cy="414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54" name="弧形 53"/>
            <p:cNvSpPr/>
            <p:nvPr/>
          </p:nvSpPr>
          <p:spPr>
            <a:xfrm>
              <a:off x="4095140" y="1172474"/>
              <a:ext cx="4140000" cy="4140000"/>
            </a:xfrm>
            <a:prstGeom prst="arc">
              <a:avLst>
                <a:gd name="adj1" fmla="val 14231143"/>
                <a:gd name="adj2" fmla="val 17475323"/>
              </a:avLst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</p:grpSp>
      <p:grpSp>
        <p:nvGrpSpPr>
          <p:cNvPr id="55" name="组合 54"/>
          <p:cNvGrpSpPr/>
          <p:nvPr userDrawn="1"/>
        </p:nvGrpSpPr>
        <p:grpSpPr>
          <a:xfrm rot="6181611">
            <a:off x="3773036" y="927842"/>
            <a:ext cx="4657060" cy="4662627"/>
            <a:chOff x="4095139" y="1166024"/>
            <a:chExt cx="4140001" cy="4146450"/>
          </a:xfrm>
        </p:grpSpPr>
        <p:sp>
          <p:nvSpPr>
            <p:cNvPr id="56" name="椭圆 55"/>
            <p:cNvSpPr/>
            <p:nvPr/>
          </p:nvSpPr>
          <p:spPr>
            <a:xfrm>
              <a:off x="4095139" y="1166024"/>
              <a:ext cx="4140000" cy="414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57" name="弧形 56"/>
            <p:cNvSpPr/>
            <p:nvPr/>
          </p:nvSpPr>
          <p:spPr>
            <a:xfrm>
              <a:off x="4095140" y="1172474"/>
              <a:ext cx="4140000" cy="4140000"/>
            </a:xfrm>
            <a:prstGeom prst="arc">
              <a:avLst>
                <a:gd name="adj1" fmla="val 13162649"/>
                <a:gd name="adj2" fmla="val 17475323"/>
              </a:avLst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</p:grpSp>
      <p:grpSp>
        <p:nvGrpSpPr>
          <p:cNvPr id="59" name="组合 58"/>
          <p:cNvGrpSpPr/>
          <p:nvPr userDrawn="1"/>
        </p:nvGrpSpPr>
        <p:grpSpPr>
          <a:xfrm>
            <a:off x="1722777" y="3048794"/>
            <a:ext cx="562430" cy="513471"/>
            <a:chOff x="550862" y="596106"/>
            <a:chExt cx="1495425" cy="1365250"/>
          </a:xfrm>
          <a:solidFill>
            <a:srgbClr val="FFA000"/>
          </a:solidFill>
        </p:grpSpPr>
        <p:sp>
          <p:nvSpPr>
            <p:cNvPr id="60" name="Freeform 6"/>
            <p:cNvSpPr>
              <a:spLocks noEditPoints="1"/>
            </p:cNvSpPr>
            <p:nvPr/>
          </p:nvSpPr>
          <p:spPr bwMode="auto">
            <a:xfrm>
              <a:off x="550862" y="1583531"/>
              <a:ext cx="1495425" cy="377825"/>
            </a:xfrm>
            <a:custGeom>
              <a:avLst/>
              <a:gdLst>
                <a:gd name="T0" fmla="*/ 555 w 557"/>
                <a:gd name="T1" fmla="*/ 113 h 141"/>
                <a:gd name="T2" fmla="*/ 554 w 557"/>
                <a:gd name="T3" fmla="*/ 109 h 141"/>
                <a:gd name="T4" fmla="*/ 513 w 557"/>
                <a:gd name="T5" fmla="*/ 23 h 141"/>
                <a:gd name="T6" fmla="*/ 490 w 557"/>
                <a:gd name="T7" fmla="*/ 0 h 141"/>
                <a:gd name="T8" fmla="*/ 69 w 557"/>
                <a:gd name="T9" fmla="*/ 0 h 141"/>
                <a:gd name="T10" fmla="*/ 46 w 557"/>
                <a:gd name="T11" fmla="*/ 23 h 141"/>
                <a:gd name="T12" fmla="*/ 4 w 557"/>
                <a:gd name="T13" fmla="*/ 109 h 141"/>
                <a:gd name="T14" fmla="*/ 0 w 557"/>
                <a:gd name="T15" fmla="*/ 121 h 141"/>
                <a:gd name="T16" fmla="*/ 22 w 557"/>
                <a:gd name="T17" fmla="*/ 141 h 141"/>
                <a:gd name="T18" fmla="*/ 535 w 557"/>
                <a:gd name="T19" fmla="*/ 141 h 141"/>
                <a:gd name="T20" fmla="*/ 557 w 557"/>
                <a:gd name="T21" fmla="*/ 121 h 141"/>
                <a:gd name="T22" fmla="*/ 555 w 557"/>
                <a:gd name="T23" fmla="*/ 113 h 141"/>
                <a:gd name="T24" fmla="*/ 327 w 557"/>
                <a:gd name="T25" fmla="*/ 128 h 141"/>
                <a:gd name="T26" fmla="*/ 230 w 557"/>
                <a:gd name="T27" fmla="*/ 128 h 141"/>
                <a:gd name="T28" fmla="*/ 225 w 557"/>
                <a:gd name="T29" fmla="*/ 123 h 141"/>
                <a:gd name="T30" fmla="*/ 230 w 557"/>
                <a:gd name="T31" fmla="*/ 118 h 141"/>
                <a:gd name="T32" fmla="*/ 327 w 557"/>
                <a:gd name="T33" fmla="*/ 118 h 141"/>
                <a:gd name="T34" fmla="*/ 332 w 557"/>
                <a:gd name="T35" fmla="*/ 123 h 141"/>
                <a:gd name="T36" fmla="*/ 327 w 557"/>
                <a:gd name="T37" fmla="*/ 128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7" h="141">
                  <a:moveTo>
                    <a:pt x="555" y="113"/>
                  </a:moveTo>
                  <a:cubicBezTo>
                    <a:pt x="555" y="112"/>
                    <a:pt x="555" y="111"/>
                    <a:pt x="554" y="109"/>
                  </a:cubicBezTo>
                  <a:cubicBezTo>
                    <a:pt x="513" y="23"/>
                    <a:pt x="513" y="23"/>
                    <a:pt x="513" y="23"/>
                  </a:cubicBezTo>
                  <a:cubicBezTo>
                    <a:pt x="506" y="9"/>
                    <a:pt x="503" y="0"/>
                    <a:pt x="490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56" y="0"/>
                    <a:pt x="52" y="10"/>
                    <a:pt x="46" y="23"/>
                  </a:cubicBezTo>
                  <a:cubicBezTo>
                    <a:pt x="4" y="109"/>
                    <a:pt x="4" y="109"/>
                    <a:pt x="4" y="109"/>
                  </a:cubicBezTo>
                  <a:cubicBezTo>
                    <a:pt x="1" y="112"/>
                    <a:pt x="0" y="116"/>
                    <a:pt x="0" y="121"/>
                  </a:cubicBezTo>
                  <a:cubicBezTo>
                    <a:pt x="0" y="132"/>
                    <a:pt x="10" y="141"/>
                    <a:pt x="22" y="141"/>
                  </a:cubicBezTo>
                  <a:cubicBezTo>
                    <a:pt x="535" y="141"/>
                    <a:pt x="535" y="141"/>
                    <a:pt x="535" y="141"/>
                  </a:cubicBezTo>
                  <a:cubicBezTo>
                    <a:pt x="547" y="141"/>
                    <a:pt x="557" y="132"/>
                    <a:pt x="557" y="121"/>
                  </a:cubicBezTo>
                  <a:cubicBezTo>
                    <a:pt x="557" y="118"/>
                    <a:pt x="556" y="115"/>
                    <a:pt x="555" y="113"/>
                  </a:cubicBezTo>
                  <a:close/>
                  <a:moveTo>
                    <a:pt x="327" y="128"/>
                  </a:moveTo>
                  <a:cubicBezTo>
                    <a:pt x="230" y="128"/>
                    <a:pt x="230" y="128"/>
                    <a:pt x="230" y="128"/>
                  </a:cubicBezTo>
                  <a:cubicBezTo>
                    <a:pt x="227" y="128"/>
                    <a:pt x="225" y="126"/>
                    <a:pt x="225" y="123"/>
                  </a:cubicBezTo>
                  <a:cubicBezTo>
                    <a:pt x="225" y="120"/>
                    <a:pt x="227" y="118"/>
                    <a:pt x="230" y="118"/>
                  </a:cubicBezTo>
                  <a:cubicBezTo>
                    <a:pt x="327" y="118"/>
                    <a:pt x="327" y="118"/>
                    <a:pt x="327" y="118"/>
                  </a:cubicBezTo>
                  <a:cubicBezTo>
                    <a:pt x="329" y="118"/>
                    <a:pt x="332" y="120"/>
                    <a:pt x="332" y="123"/>
                  </a:cubicBezTo>
                  <a:cubicBezTo>
                    <a:pt x="332" y="126"/>
                    <a:pt x="329" y="128"/>
                    <a:pt x="327" y="1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1" name="Freeform 7"/>
            <p:cNvSpPr>
              <a:spLocks noEditPoints="1"/>
            </p:cNvSpPr>
            <p:nvPr/>
          </p:nvSpPr>
          <p:spPr bwMode="auto">
            <a:xfrm>
              <a:off x="1063625" y="842169"/>
              <a:ext cx="496888" cy="446088"/>
            </a:xfrm>
            <a:custGeom>
              <a:avLst/>
              <a:gdLst>
                <a:gd name="T0" fmla="*/ 161 w 185"/>
                <a:gd name="T1" fmla="*/ 97 h 166"/>
                <a:gd name="T2" fmla="*/ 47 w 185"/>
                <a:gd name="T3" fmla="*/ 166 h 166"/>
                <a:gd name="T4" fmla="*/ 2 w 185"/>
                <a:gd name="T5" fmla="*/ 111 h 166"/>
                <a:gd name="T6" fmla="*/ 116 w 185"/>
                <a:gd name="T7" fmla="*/ 0 h 166"/>
                <a:gd name="T8" fmla="*/ 146 w 185"/>
                <a:gd name="T9" fmla="*/ 20 h 166"/>
                <a:gd name="T10" fmla="*/ 44 w 185"/>
                <a:gd name="T11" fmla="*/ 98 h 166"/>
                <a:gd name="T12" fmla="*/ 44 w 185"/>
                <a:gd name="T13" fmla="*/ 108 h 166"/>
                <a:gd name="T14" fmla="*/ 70 w 185"/>
                <a:gd name="T15" fmla="*/ 129 h 166"/>
                <a:gd name="T16" fmla="*/ 157 w 185"/>
                <a:gd name="T17" fmla="*/ 81 h 166"/>
                <a:gd name="T18" fmla="*/ 161 w 185"/>
                <a:gd name="T19" fmla="*/ 97 h 166"/>
                <a:gd name="T20" fmla="*/ 109 w 185"/>
                <a:gd name="T21" fmla="*/ 29 h 166"/>
                <a:gd name="T22" fmla="*/ 104 w 185"/>
                <a:gd name="T23" fmla="*/ 24 h 166"/>
                <a:gd name="T24" fmla="*/ 47 w 185"/>
                <a:gd name="T25" fmla="*/ 78 h 166"/>
                <a:gd name="T26" fmla="*/ 109 w 185"/>
                <a:gd name="T27" fmla="*/ 29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5" h="166">
                  <a:moveTo>
                    <a:pt x="161" y="97"/>
                  </a:moveTo>
                  <a:cubicBezTo>
                    <a:pt x="137" y="128"/>
                    <a:pt x="89" y="166"/>
                    <a:pt x="47" y="166"/>
                  </a:cubicBezTo>
                  <a:cubicBezTo>
                    <a:pt x="17" y="166"/>
                    <a:pt x="2" y="139"/>
                    <a:pt x="2" y="111"/>
                  </a:cubicBezTo>
                  <a:cubicBezTo>
                    <a:pt x="0" y="56"/>
                    <a:pt x="61" y="0"/>
                    <a:pt x="116" y="0"/>
                  </a:cubicBezTo>
                  <a:cubicBezTo>
                    <a:pt x="129" y="0"/>
                    <a:pt x="146" y="3"/>
                    <a:pt x="146" y="20"/>
                  </a:cubicBezTo>
                  <a:cubicBezTo>
                    <a:pt x="146" y="41"/>
                    <a:pt x="125" y="72"/>
                    <a:pt x="44" y="98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42" y="124"/>
                    <a:pt x="56" y="129"/>
                    <a:pt x="70" y="129"/>
                  </a:cubicBezTo>
                  <a:cubicBezTo>
                    <a:pt x="100" y="129"/>
                    <a:pt x="135" y="98"/>
                    <a:pt x="157" y="81"/>
                  </a:cubicBezTo>
                  <a:cubicBezTo>
                    <a:pt x="157" y="81"/>
                    <a:pt x="185" y="65"/>
                    <a:pt x="161" y="97"/>
                  </a:cubicBezTo>
                  <a:close/>
                  <a:moveTo>
                    <a:pt x="109" y="29"/>
                  </a:moveTo>
                  <a:cubicBezTo>
                    <a:pt x="109" y="26"/>
                    <a:pt x="107" y="24"/>
                    <a:pt x="104" y="24"/>
                  </a:cubicBezTo>
                  <a:cubicBezTo>
                    <a:pt x="83" y="30"/>
                    <a:pt x="58" y="50"/>
                    <a:pt x="47" y="78"/>
                  </a:cubicBezTo>
                  <a:cubicBezTo>
                    <a:pt x="84" y="65"/>
                    <a:pt x="109" y="36"/>
                    <a:pt x="109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2" name="Freeform 8"/>
            <p:cNvSpPr>
              <a:spLocks noEditPoints="1"/>
            </p:cNvSpPr>
            <p:nvPr/>
          </p:nvSpPr>
          <p:spPr bwMode="auto">
            <a:xfrm>
              <a:off x="620712" y="596106"/>
              <a:ext cx="1355725" cy="944563"/>
            </a:xfrm>
            <a:custGeom>
              <a:avLst/>
              <a:gdLst>
                <a:gd name="T0" fmla="*/ 443 w 505"/>
                <a:gd name="T1" fmla="*/ 0 h 352"/>
                <a:gd name="T2" fmla="*/ 62 w 505"/>
                <a:gd name="T3" fmla="*/ 0 h 352"/>
                <a:gd name="T4" fmla="*/ 0 w 505"/>
                <a:gd name="T5" fmla="*/ 62 h 352"/>
                <a:gd name="T6" fmla="*/ 0 w 505"/>
                <a:gd name="T7" fmla="*/ 290 h 352"/>
                <a:gd name="T8" fmla="*/ 62 w 505"/>
                <a:gd name="T9" fmla="*/ 352 h 352"/>
                <a:gd name="T10" fmla="*/ 443 w 505"/>
                <a:gd name="T11" fmla="*/ 352 h 352"/>
                <a:gd name="T12" fmla="*/ 505 w 505"/>
                <a:gd name="T13" fmla="*/ 290 h 352"/>
                <a:gd name="T14" fmla="*/ 505 w 505"/>
                <a:gd name="T15" fmla="*/ 62 h 352"/>
                <a:gd name="T16" fmla="*/ 443 w 505"/>
                <a:gd name="T17" fmla="*/ 0 h 352"/>
                <a:gd name="T18" fmla="*/ 382 w 505"/>
                <a:gd name="T19" fmla="*/ 339 h 352"/>
                <a:gd name="T20" fmla="*/ 332 w 505"/>
                <a:gd name="T21" fmla="*/ 339 h 352"/>
                <a:gd name="T22" fmla="*/ 326 w 505"/>
                <a:gd name="T23" fmla="*/ 333 h 352"/>
                <a:gd name="T24" fmla="*/ 332 w 505"/>
                <a:gd name="T25" fmla="*/ 327 h 352"/>
                <a:gd name="T26" fmla="*/ 382 w 505"/>
                <a:gd name="T27" fmla="*/ 327 h 352"/>
                <a:gd name="T28" fmla="*/ 389 w 505"/>
                <a:gd name="T29" fmla="*/ 333 h 352"/>
                <a:gd name="T30" fmla="*/ 382 w 505"/>
                <a:gd name="T31" fmla="*/ 339 h 352"/>
                <a:gd name="T32" fmla="*/ 403 w 505"/>
                <a:gd name="T33" fmla="*/ 339 h 352"/>
                <a:gd name="T34" fmla="*/ 397 w 505"/>
                <a:gd name="T35" fmla="*/ 333 h 352"/>
                <a:gd name="T36" fmla="*/ 403 w 505"/>
                <a:gd name="T37" fmla="*/ 326 h 352"/>
                <a:gd name="T38" fmla="*/ 410 w 505"/>
                <a:gd name="T39" fmla="*/ 333 h 352"/>
                <a:gd name="T40" fmla="*/ 403 w 505"/>
                <a:gd name="T41" fmla="*/ 339 h 352"/>
                <a:gd name="T42" fmla="*/ 469 w 505"/>
                <a:gd name="T43" fmla="*/ 290 h 352"/>
                <a:gd name="T44" fmla="*/ 443 w 505"/>
                <a:gd name="T45" fmla="*/ 316 h 352"/>
                <a:gd name="T46" fmla="*/ 62 w 505"/>
                <a:gd name="T47" fmla="*/ 316 h 352"/>
                <a:gd name="T48" fmla="*/ 36 w 505"/>
                <a:gd name="T49" fmla="*/ 290 h 352"/>
                <a:gd name="T50" fmla="*/ 36 w 505"/>
                <a:gd name="T51" fmla="*/ 62 h 352"/>
                <a:gd name="T52" fmla="*/ 62 w 505"/>
                <a:gd name="T53" fmla="*/ 36 h 352"/>
                <a:gd name="T54" fmla="*/ 443 w 505"/>
                <a:gd name="T55" fmla="*/ 36 h 352"/>
                <a:gd name="T56" fmla="*/ 469 w 505"/>
                <a:gd name="T57" fmla="*/ 62 h 352"/>
                <a:gd name="T58" fmla="*/ 469 w 505"/>
                <a:gd name="T59" fmla="*/ 290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5" h="352">
                  <a:moveTo>
                    <a:pt x="443" y="0"/>
                  </a:moveTo>
                  <a:cubicBezTo>
                    <a:pt x="62" y="0"/>
                    <a:pt x="62" y="0"/>
                    <a:pt x="62" y="0"/>
                  </a:cubicBezTo>
                  <a:cubicBezTo>
                    <a:pt x="28" y="0"/>
                    <a:pt x="0" y="28"/>
                    <a:pt x="0" y="62"/>
                  </a:cubicBezTo>
                  <a:cubicBezTo>
                    <a:pt x="0" y="290"/>
                    <a:pt x="0" y="290"/>
                    <a:pt x="0" y="290"/>
                  </a:cubicBezTo>
                  <a:cubicBezTo>
                    <a:pt x="0" y="324"/>
                    <a:pt x="28" y="352"/>
                    <a:pt x="62" y="352"/>
                  </a:cubicBezTo>
                  <a:cubicBezTo>
                    <a:pt x="443" y="352"/>
                    <a:pt x="443" y="352"/>
                    <a:pt x="443" y="352"/>
                  </a:cubicBezTo>
                  <a:cubicBezTo>
                    <a:pt x="477" y="352"/>
                    <a:pt x="505" y="324"/>
                    <a:pt x="505" y="290"/>
                  </a:cubicBezTo>
                  <a:cubicBezTo>
                    <a:pt x="505" y="62"/>
                    <a:pt x="505" y="62"/>
                    <a:pt x="505" y="62"/>
                  </a:cubicBezTo>
                  <a:cubicBezTo>
                    <a:pt x="505" y="28"/>
                    <a:pt x="477" y="0"/>
                    <a:pt x="443" y="0"/>
                  </a:cubicBezTo>
                  <a:close/>
                  <a:moveTo>
                    <a:pt x="382" y="339"/>
                  </a:moveTo>
                  <a:cubicBezTo>
                    <a:pt x="332" y="339"/>
                    <a:pt x="332" y="339"/>
                    <a:pt x="332" y="339"/>
                  </a:cubicBezTo>
                  <a:cubicBezTo>
                    <a:pt x="329" y="339"/>
                    <a:pt x="326" y="336"/>
                    <a:pt x="326" y="333"/>
                  </a:cubicBezTo>
                  <a:cubicBezTo>
                    <a:pt x="326" y="329"/>
                    <a:pt x="329" y="327"/>
                    <a:pt x="332" y="327"/>
                  </a:cubicBezTo>
                  <a:cubicBezTo>
                    <a:pt x="382" y="327"/>
                    <a:pt x="382" y="327"/>
                    <a:pt x="382" y="327"/>
                  </a:cubicBezTo>
                  <a:cubicBezTo>
                    <a:pt x="386" y="327"/>
                    <a:pt x="389" y="329"/>
                    <a:pt x="389" y="333"/>
                  </a:cubicBezTo>
                  <a:cubicBezTo>
                    <a:pt x="389" y="336"/>
                    <a:pt x="386" y="339"/>
                    <a:pt x="382" y="339"/>
                  </a:cubicBezTo>
                  <a:close/>
                  <a:moveTo>
                    <a:pt x="403" y="339"/>
                  </a:moveTo>
                  <a:cubicBezTo>
                    <a:pt x="400" y="339"/>
                    <a:pt x="397" y="337"/>
                    <a:pt x="397" y="333"/>
                  </a:cubicBezTo>
                  <a:cubicBezTo>
                    <a:pt x="397" y="329"/>
                    <a:pt x="400" y="326"/>
                    <a:pt x="403" y="326"/>
                  </a:cubicBezTo>
                  <a:cubicBezTo>
                    <a:pt x="407" y="326"/>
                    <a:pt x="410" y="329"/>
                    <a:pt x="410" y="333"/>
                  </a:cubicBezTo>
                  <a:cubicBezTo>
                    <a:pt x="410" y="337"/>
                    <a:pt x="407" y="339"/>
                    <a:pt x="403" y="339"/>
                  </a:cubicBezTo>
                  <a:close/>
                  <a:moveTo>
                    <a:pt x="469" y="290"/>
                  </a:moveTo>
                  <a:cubicBezTo>
                    <a:pt x="469" y="304"/>
                    <a:pt x="457" y="316"/>
                    <a:pt x="443" y="316"/>
                  </a:cubicBezTo>
                  <a:cubicBezTo>
                    <a:pt x="62" y="316"/>
                    <a:pt x="62" y="316"/>
                    <a:pt x="62" y="316"/>
                  </a:cubicBezTo>
                  <a:cubicBezTo>
                    <a:pt x="48" y="316"/>
                    <a:pt x="36" y="304"/>
                    <a:pt x="36" y="290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6" y="48"/>
                    <a:pt x="48" y="36"/>
                    <a:pt x="62" y="36"/>
                  </a:cubicBezTo>
                  <a:cubicBezTo>
                    <a:pt x="443" y="36"/>
                    <a:pt x="443" y="36"/>
                    <a:pt x="443" y="36"/>
                  </a:cubicBezTo>
                  <a:cubicBezTo>
                    <a:pt x="457" y="36"/>
                    <a:pt x="469" y="48"/>
                    <a:pt x="469" y="62"/>
                  </a:cubicBezTo>
                  <a:lnTo>
                    <a:pt x="469" y="2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</p:grpSp>
      <p:grpSp>
        <p:nvGrpSpPr>
          <p:cNvPr id="63" name="组合 62"/>
          <p:cNvGrpSpPr/>
          <p:nvPr userDrawn="1"/>
        </p:nvGrpSpPr>
        <p:grpSpPr>
          <a:xfrm>
            <a:off x="9897762" y="3063066"/>
            <a:ext cx="617044" cy="519129"/>
            <a:chOff x="5146675" y="766763"/>
            <a:chExt cx="1590676" cy="1338263"/>
          </a:xfrm>
        </p:grpSpPr>
        <p:sp>
          <p:nvSpPr>
            <p:cNvPr id="64" name="Oval 18"/>
            <p:cNvSpPr>
              <a:spLocks noChangeArrowheads="1"/>
            </p:cNvSpPr>
            <p:nvPr/>
          </p:nvSpPr>
          <p:spPr bwMode="auto">
            <a:xfrm>
              <a:off x="5675313" y="766763"/>
              <a:ext cx="533400" cy="534988"/>
            </a:xfrm>
            <a:prstGeom prst="ellipse">
              <a:avLst/>
            </a:prstGeom>
            <a:solidFill>
              <a:srgbClr val="FFA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5" name="Freeform 19"/>
            <p:cNvSpPr/>
            <p:nvPr/>
          </p:nvSpPr>
          <p:spPr bwMode="auto">
            <a:xfrm>
              <a:off x="5511800" y="1344613"/>
              <a:ext cx="860425" cy="760413"/>
            </a:xfrm>
            <a:custGeom>
              <a:avLst/>
              <a:gdLst>
                <a:gd name="T0" fmla="*/ 201 w 301"/>
                <a:gd name="T1" fmla="*/ 0 h 266"/>
                <a:gd name="T2" fmla="*/ 151 w 301"/>
                <a:gd name="T3" fmla="*/ 67 h 266"/>
                <a:gd name="T4" fmla="*/ 101 w 301"/>
                <a:gd name="T5" fmla="*/ 0 h 266"/>
                <a:gd name="T6" fmla="*/ 0 w 301"/>
                <a:gd name="T7" fmla="*/ 144 h 266"/>
                <a:gd name="T8" fmla="*/ 0 w 301"/>
                <a:gd name="T9" fmla="*/ 235 h 266"/>
                <a:gd name="T10" fmla="*/ 0 w 301"/>
                <a:gd name="T11" fmla="*/ 235 h 266"/>
                <a:gd name="T12" fmla="*/ 151 w 301"/>
                <a:gd name="T13" fmla="*/ 266 h 266"/>
                <a:gd name="T14" fmla="*/ 301 w 301"/>
                <a:gd name="T15" fmla="*/ 235 h 266"/>
                <a:gd name="T16" fmla="*/ 301 w 301"/>
                <a:gd name="T17" fmla="*/ 235 h 266"/>
                <a:gd name="T18" fmla="*/ 301 w 301"/>
                <a:gd name="T19" fmla="*/ 144 h 266"/>
                <a:gd name="T20" fmla="*/ 201 w 301"/>
                <a:gd name="T21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01" h="266">
                  <a:moveTo>
                    <a:pt x="201" y="0"/>
                  </a:moveTo>
                  <a:cubicBezTo>
                    <a:pt x="151" y="67"/>
                    <a:pt x="151" y="67"/>
                    <a:pt x="151" y="67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42" y="21"/>
                    <a:pt x="0" y="78"/>
                    <a:pt x="0" y="144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3" y="252"/>
                    <a:pt x="69" y="266"/>
                    <a:pt x="151" y="266"/>
                  </a:cubicBezTo>
                  <a:cubicBezTo>
                    <a:pt x="232" y="266"/>
                    <a:pt x="298" y="252"/>
                    <a:pt x="301" y="235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301" y="144"/>
                    <a:pt x="301" y="144"/>
                    <a:pt x="301" y="144"/>
                  </a:cubicBezTo>
                  <a:cubicBezTo>
                    <a:pt x="301" y="78"/>
                    <a:pt x="259" y="21"/>
                    <a:pt x="201" y="0"/>
                  </a:cubicBezTo>
                  <a:close/>
                </a:path>
              </a:pathLst>
            </a:custGeom>
            <a:solidFill>
              <a:srgbClr val="FFA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6" name="Freeform 20"/>
            <p:cNvSpPr/>
            <p:nvPr/>
          </p:nvSpPr>
          <p:spPr bwMode="auto">
            <a:xfrm>
              <a:off x="5900738" y="1319213"/>
              <a:ext cx="85725" cy="50800"/>
            </a:xfrm>
            <a:custGeom>
              <a:avLst/>
              <a:gdLst>
                <a:gd name="T0" fmla="*/ 30 w 30"/>
                <a:gd name="T1" fmla="*/ 1 h 18"/>
                <a:gd name="T2" fmla="*/ 15 w 30"/>
                <a:gd name="T3" fmla="*/ 0 h 18"/>
                <a:gd name="T4" fmla="*/ 1 w 30"/>
                <a:gd name="T5" fmla="*/ 1 h 18"/>
                <a:gd name="T6" fmla="*/ 7 w 30"/>
                <a:gd name="T7" fmla="*/ 18 h 18"/>
                <a:gd name="T8" fmla="*/ 24 w 30"/>
                <a:gd name="T9" fmla="*/ 18 h 18"/>
                <a:gd name="T10" fmla="*/ 30 w 30"/>
                <a:gd name="T11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8">
                  <a:moveTo>
                    <a:pt x="30" y="1"/>
                  </a:moveTo>
                  <a:cubicBezTo>
                    <a:pt x="25" y="0"/>
                    <a:pt x="20" y="0"/>
                    <a:pt x="15" y="0"/>
                  </a:cubicBezTo>
                  <a:cubicBezTo>
                    <a:pt x="10" y="0"/>
                    <a:pt x="6" y="0"/>
                    <a:pt x="1" y="1"/>
                  </a:cubicBezTo>
                  <a:cubicBezTo>
                    <a:pt x="1" y="1"/>
                    <a:pt x="0" y="11"/>
                    <a:pt x="7" y="18"/>
                  </a:cubicBezTo>
                  <a:cubicBezTo>
                    <a:pt x="7" y="18"/>
                    <a:pt x="18" y="18"/>
                    <a:pt x="24" y="18"/>
                  </a:cubicBezTo>
                  <a:cubicBezTo>
                    <a:pt x="24" y="18"/>
                    <a:pt x="30" y="12"/>
                    <a:pt x="30" y="1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7" name="Freeform 21"/>
            <p:cNvSpPr/>
            <p:nvPr/>
          </p:nvSpPr>
          <p:spPr bwMode="auto">
            <a:xfrm>
              <a:off x="5894388" y="1377951"/>
              <a:ext cx="95250" cy="130175"/>
            </a:xfrm>
            <a:custGeom>
              <a:avLst/>
              <a:gdLst>
                <a:gd name="T0" fmla="*/ 15 w 60"/>
                <a:gd name="T1" fmla="*/ 0 h 82"/>
                <a:gd name="T2" fmla="*/ 47 w 60"/>
                <a:gd name="T3" fmla="*/ 0 h 82"/>
                <a:gd name="T4" fmla="*/ 60 w 60"/>
                <a:gd name="T5" fmla="*/ 47 h 82"/>
                <a:gd name="T6" fmla="*/ 31 w 60"/>
                <a:gd name="T7" fmla="*/ 82 h 82"/>
                <a:gd name="T8" fmla="*/ 0 w 60"/>
                <a:gd name="T9" fmla="*/ 47 h 82"/>
                <a:gd name="T10" fmla="*/ 15 w 60"/>
                <a:gd name="T11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82">
                  <a:moveTo>
                    <a:pt x="15" y="0"/>
                  </a:moveTo>
                  <a:lnTo>
                    <a:pt x="47" y="0"/>
                  </a:lnTo>
                  <a:lnTo>
                    <a:pt x="60" y="47"/>
                  </a:lnTo>
                  <a:lnTo>
                    <a:pt x="31" y="82"/>
                  </a:lnTo>
                  <a:lnTo>
                    <a:pt x="0" y="47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8" name="Freeform 22"/>
            <p:cNvSpPr/>
            <p:nvPr/>
          </p:nvSpPr>
          <p:spPr bwMode="auto">
            <a:xfrm>
              <a:off x="5432425" y="1427163"/>
              <a:ext cx="71438" cy="96838"/>
            </a:xfrm>
            <a:custGeom>
              <a:avLst/>
              <a:gdLst>
                <a:gd name="T0" fmla="*/ 23 w 45"/>
                <a:gd name="T1" fmla="*/ 61 h 61"/>
                <a:gd name="T2" fmla="*/ 45 w 45"/>
                <a:gd name="T3" fmla="*/ 34 h 61"/>
                <a:gd name="T4" fmla="*/ 34 w 45"/>
                <a:gd name="T5" fmla="*/ 0 h 61"/>
                <a:gd name="T6" fmla="*/ 11 w 45"/>
                <a:gd name="T7" fmla="*/ 0 h 61"/>
                <a:gd name="T8" fmla="*/ 0 w 45"/>
                <a:gd name="T9" fmla="*/ 34 h 61"/>
                <a:gd name="T10" fmla="*/ 23 w 45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61">
                  <a:moveTo>
                    <a:pt x="23" y="61"/>
                  </a:moveTo>
                  <a:lnTo>
                    <a:pt x="45" y="34"/>
                  </a:lnTo>
                  <a:lnTo>
                    <a:pt x="34" y="0"/>
                  </a:lnTo>
                  <a:lnTo>
                    <a:pt x="11" y="0"/>
                  </a:lnTo>
                  <a:lnTo>
                    <a:pt x="0" y="34"/>
                  </a:lnTo>
                  <a:lnTo>
                    <a:pt x="23" y="61"/>
                  </a:ln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9" name="Freeform 23"/>
            <p:cNvSpPr/>
            <p:nvPr/>
          </p:nvSpPr>
          <p:spPr bwMode="auto">
            <a:xfrm>
              <a:off x="5146675" y="1401763"/>
              <a:ext cx="465138" cy="568325"/>
            </a:xfrm>
            <a:custGeom>
              <a:avLst/>
              <a:gdLst>
                <a:gd name="T0" fmla="*/ 150 w 163"/>
                <a:gd name="T1" fmla="*/ 0 h 199"/>
                <a:gd name="T2" fmla="*/ 113 w 163"/>
                <a:gd name="T3" fmla="*/ 50 h 199"/>
                <a:gd name="T4" fmla="*/ 75 w 163"/>
                <a:gd name="T5" fmla="*/ 0 h 199"/>
                <a:gd name="T6" fmla="*/ 0 w 163"/>
                <a:gd name="T7" fmla="*/ 108 h 199"/>
                <a:gd name="T8" fmla="*/ 0 w 163"/>
                <a:gd name="T9" fmla="*/ 176 h 199"/>
                <a:gd name="T10" fmla="*/ 0 w 163"/>
                <a:gd name="T11" fmla="*/ 176 h 199"/>
                <a:gd name="T12" fmla="*/ 113 w 163"/>
                <a:gd name="T13" fmla="*/ 199 h 199"/>
                <a:gd name="T14" fmla="*/ 114 w 163"/>
                <a:gd name="T15" fmla="*/ 199 h 199"/>
                <a:gd name="T16" fmla="*/ 114 w 163"/>
                <a:gd name="T17" fmla="*/ 124 h 199"/>
                <a:gd name="T18" fmla="*/ 163 w 163"/>
                <a:gd name="T19" fmla="*/ 6 h 199"/>
                <a:gd name="T20" fmla="*/ 150 w 163"/>
                <a:gd name="T21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3" h="199">
                  <a:moveTo>
                    <a:pt x="150" y="0"/>
                  </a:moveTo>
                  <a:cubicBezTo>
                    <a:pt x="113" y="50"/>
                    <a:pt x="113" y="50"/>
                    <a:pt x="113" y="5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1" y="16"/>
                    <a:pt x="0" y="58"/>
                    <a:pt x="0" y="108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2" y="189"/>
                    <a:pt x="52" y="199"/>
                    <a:pt x="113" y="199"/>
                  </a:cubicBezTo>
                  <a:cubicBezTo>
                    <a:pt x="113" y="199"/>
                    <a:pt x="114" y="199"/>
                    <a:pt x="114" y="199"/>
                  </a:cubicBezTo>
                  <a:cubicBezTo>
                    <a:pt x="114" y="124"/>
                    <a:pt x="114" y="124"/>
                    <a:pt x="114" y="124"/>
                  </a:cubicBezTo>
                  <a:cubicBezTo>
                    <a:pt x="114" y="78"/>
                    <a:pt x="133" y="36"/>
                    <a:pt x="163" y="6"/>
                  </a:cubicBezTo>
                  <a:cubicBezTo>
                    <a:pt x="159" y="3"/>
                    <a:pt x="155" y="2"/>
                    <a:pt x="150" y="0"/>
                  </a:cubicBez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0" name="Freeform 24"/>
            <p:cNvSpPr/>
            <p:nvPr/>
          </p:nvSpPr>
          <p:spPr bwMode="auto">
            <a:xfrm>
              <a:off x="5438775" y="1381126"/>
              <a:ext cx="61913" cy="41275"/>
            </a:xfrm>
            <a:custGeom>
              <a:avLst/>
              <a:gdLst>
                <a:gd name="T0" fmla="*/ 18 w 22"/>
                <a:gd name="T1" fmla="*/ 14 h 14"/>
                <a:gd name="T2" fmla="*/ 22 w 22"/>
                <a:gd name="T3" fmla="*/ 1 h 14"/>
                <a:gd name="T4" fmla="*/ 11 w 22"/>
                <a:gd name="T5" fmla="*/ 0 h 14"/>
                <a:gd name="T6" fmla="*/ 0 w 22"/>
                <a:gd name="T7" fmla="*/ 1 h 14"/>
                <a:gd name="T8" fmla="*/ 5 w 22"/>
                <a:gd name="T9" fmla="*/ 14 h 14"/>
                <a:gd name="T10" fmla="*/ 18 w 22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4">
                  <a:moveTo>
                    <a:pt x="18" y="14"/>
                  </a:moveTo>
                  <a:cubicBezTo>
                    <a:pt x="18" y="14"/>
                    <a:pt x="22" y="9"/>
                    <a:pt x="22" y="1"/>
                  </a:cubicBezTo>
                  <a:cubicBezTo>
                    <a:pt x="18" y="0"/>
                    <a:pt x="15" y="0"/>
                    <a:pt x="11" y="0"/>
                  </a:cubicBezTo>
                  <a:cubicBezTo>
                    <a:pt x="7" y="0"/>
                    <a:pt x="4" y="0"/>
                    <a:pt x="0" y="1"/>
                  </a:cubicBezTo>
                  <a:cubicBezTo>
                    <a:pt x="0" y="1"/>
                    <a:pt x="0" y="8"/>
                    <a:pt x="5" y="14"/>
                  </a:cubicBezTo>
                  <a:cubicBezTo>
                    <a:pt x="5" y="14"/>
                    <a:pt x="13" y="14"/>
                    <a:pt x="18" y="14"/>
                  </a:cubicBez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1" name="Oval 25"/>
            <p:cNvSpPr>
              <a:spLocks noChangeArrowheads="1"/>
            </p:cNvSpPr>
            <p:nvPr/>
          </p:nvSpPr>
          <p:spPr bwMode="auto">
            <a:xfrm>
              <a:off x="5267325" y="966788"/>
              <a:ext cx="401638" cy="403225"/>
            </a:xfrm>
            <a:prstGeom prst="ellipse">
              <a:avLst/>
            </a:pr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2" name="Freeform 26"/>
            <p:cNvSpPr/>
            <p:nvPr/>
          </p:nvSpPr>
          <p:spPr bwMode="auto">
            <a:xfrm>
              <a:off x="6386513" y="1381126"/>
              <a:ext cx="61913" cy="41275"/>
            </a:xfrm>
            <a:custGeom>
              <a:avLst/>
              <a:gdLst>
                <a:gd name="T0" fmla="*/ 17 w 22"/>
                <a:gd name="T1" fmla="*/ 14 h 14"/>
                <a:gd name="T2" fmla="*/ 22 w 22"/>
                <a:gd name="T3" fmla="*/ 1 h 14"/>
                <a:gd name="T4" fmla="*/ 11 w 22"/>
                <a:gd name="T5" fmla="*/ 0 h 14"/>
                <a:gd name="T6" fmla="*/ 0 w 22"/>
                <a:gd name="T7" fmla="*/ 1 h 14"/>
                <a:gd name="T8" fmla="*/ 5 w 22"/>
                <a:gd name="T9" fmla="*/ 14 h 14"/>
                <a:gd name="T10" fmla="*/ 17 w 22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4">
                  <a:moveTo>
                    <a:pt x="17" y="14"/>
                  </a:moveTo>
                  <a:cubicBezTo>
                    <a:pt x="17" y="14"/>
                    <a:pt x="22" y="9"/>
                    <a:pt x="22" y="1"/>
                  </a:cubicBezTo>
                  <a:cubicBezTo>
                    <a:pt x="18" y="0"/>
                    <a:pt x="15" y="0"/>
                    <a:pt x="11" y="0"/>
                  </a:cubicBezTo>
                  <a:cubicBezTo>
                    <a:pt x="7" y="0"/>
                    <a:pt x="4" y="0"/>
                    <a:pt x="0" y="1"/>
                  </a:cubicBezTo>
                  <a:cubicBezTo>
                    <a:pt x="0" y="1"/>
                    <a:pt x="0" y="8"/>
                    <a:pt x="5" y="14"/>
                  </a:cubicBezTo>
                  <a:cubicBezTo>
                    <a:pt x="5" y="14"/>
                    <a:pt x="13" y="14"/>
                    <a:pt x="17" y="14"/>
                  </a:cubicBez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3" name="Freeform 27"/>
            <p:cNvSpPr/>
            <p:nvPr/>
          </p:nvSpPr>
          <p:spPr bwMode="auto">
            <a:xfrm>
              <a:off x="6380163" y="1427163"/>
              <a:ext cx="71438" cy="96838"/>
            </a:xfrm>
            <a:custGeom>
              <a:avLst/>
              <a:gdLst>
                <a:gd name="T0" fmla="*/ 24 w 45"/>
                <a:gd name="T1" fmla="*/ 61 h 61"/>
                <a:gd name="T2" fmla="*/ 45 w 45"/>
                <a:gd name="T3" fmla="*/ 34 h 61"/>
                <a:gd name="T4" fmla="*/ 34 w 45"/>
                <a:gd name="T5" fmla="*/ 0 h 61"/>
                <a:gd name="T6" fmla="*/ 11 w 45"/>
                <a:gd name="T7" fmla="*/ 0 h 61"/>
                <a:gd name="T8" fmla="*/ 0 w 45"/>
                <a:gd name="T9" fmla="*/ 34 h 61"/>
                <a:gd name="T10" fmla="*/ 24 w 45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61">
                  <a:moveTo>
                    <a:pt x="24" y="61"/>
                  </a:moveTo>
                  <a:lnTo>
                    <a:pt x="45" y="34"/>
                  </a:lnTo>
                  <a:lnTo>
                    <a:pt x="34" y="0"/>
                  </a:lnTo>
                  <a:lnTo>
                    <a:pt x="11" y="0"/>
                  </a:lnTo>
                  <a:lnTo>
                    <a:pt x="0" y="34"/>
                  </a:lnTo>
                  <a:lnTo>
                    <a:pt x="24" y="61"/>
                  </a:ln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4" name="Oval 28"/>
            <p:cNvSpPr>
              <a:spLocks noChangeArrowheads="1"/>
            </p:cNvSpPr>
            <p:nvPr/>
          </p:nvSpPr>
          <p:spPr bwMode="auto">
            <a:xfrm>
              <a:off x="6215063" y="966788"/>
              <a:ext cx="403225" cy="403225"/>
            </a:xfrm>
            <a:prstGeom prst="ellipse">
              <a:avLst/>
            </a:pr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5" name="Freeform 29"/>
            <p:cNvSpPr/>
            <p:nvPr/>
          </p:nvSpPr>
          <p:spPr bwMode="auto">
            <a:xfrm>
              <a:off x="6272213" y="1401763"/>
              <a:ext cx="465138" cy="568325"/>
            </a:xfrm>
            <a:custGeom>
              <a:avLst/>
              <a:gdLst>
                <a:gd name="T0" fmla="*/ 88 w 163"/>
                <a:gd name="T1" fmla="*/ 0 h 199"/>
                <a:gd name="T2" fmla="*/ 51 w 163"/>
                <a:gd name="T3" fmla="*/ 50 h 199"/>
                <a:gd name="T4" fmla="*/ 13 w 163"/>
                <a:gd name="T5" fmla="*/ 0 h 199"/>
                <a:gd name="T6" fmla="*/ 0 w 163"/>
                <a:gd name="T7" fmla="*/ 6 h 199"/>
                <a:gd name="T8" fmla="*/ 49 w 163"/>
                <a:gd name="T9" fmla="*/ 124 h 199"/>
                <a:gd name="T10" fmla="*/ 49 w 163"/>
                <a:gd name="T11" fmla="*/ 199 h 199"/>
                <a:gd name="T12" fmla="*/ 51 w 163"/>
                <a:gd name="T13" fmla="*/ 199 h 199"/>
                <a:gd name="T14" fmla="*/ 163 w 163"/>
                <a:gd name="T15" fmla="*/ 176 h 199"/>
                <a:gd name="T16" fmla="*/ 163 w 163"/>
                <a:gd name="T17" fmla="*/ 176 h 199"/>
                <a:gd name="T18" fmla="*/ 163 w 163"/>
                <a:gd name="T19" fmla="*/ 108 h 199"/>
                <a:gd name="T20" fmla="*/ 88 w 163"/>
                <a:gd name="T21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3" h="199">
                  <a:moveTo>
                    <a:pt x="88" y="0"/>
                  </a:moveTo>
                  <a:cubicBezTo>
                    <a:pt x="51" y="50"/>
                    <a:pt x="51" y="50"/>
                    <a:pt x="51" y="5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2"/>
                    <a:pt x="4" y="3"/>
                    <a:pt x="0" y="6"/>
                  </a:cubicBezTo>
                  <a:cubicBezTo>
                    <a:pt x="30" y="36"/>
                    <a:pt x="49" y="78"/>
                    <a:pt x="49" y="124"/>
                  </a:cubicBezTo>
                  <a:cubicBezTo>
                    <a:pt x="49" y="199"/>
                    <a:pt x="49" y="199"/>
                    <a:pt x="49" y="199"/>
                  </a:cubicBezTo>
                  <a:cubicBezTo>
                    <a:pt x="50" y="199"/>
                    <a:pt x="50" y="199"/>
                    <a:pt x="51" y="199"/>
                  </a:cubicBezTo>
                  <a:cubicBezTo>
                    <a:pt x="112" y="199"/>
                    <a:pt x="161" y="189"/>
                    <a:pt x="163" y="176"/>
                  </a:cubicBezTo>
                  <a:cubicBezTo>
                    <a:pt x="163" y="176"/>
                    <a:pt x="163" y="176"/>
                    <a:pt x="163" y="176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63" y="58"/>
                    <a:pt x="132" y="16"/>
                    <a:pt x="88" y="0"/>
                  </a:cubicBez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</p:grpSp>
      <p:sp>
        <p:nvSpPr>
          <p:cNvPr id="7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156864" y="2165479"/>
            <a:ext cx="459688" cy="679389"/>
          </a:xfrm>
        </p:spPr>
        <p:txBody>
          <a:bodyPr>
            <a:noAutofit/>
          </a:bodyPr>
          <a:lstStyle>
            <a:lvl1pPr marL="0" indent="0">
              <a:buNone/>
              <a:def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dirty="0"/>
              <a:t>第</a:t>
            </a:r>
            <a:endParaRPr lang="en-US" dirty="0"/>
          </a:p>
        </p:txBody>
      </p:sp>
      <p:sp>
        <p:nvSpPr>
          <p:cNvPr id="78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5772089" y="1835597"/>
            <a:ext cx="731080" cy="987432"/>
          </a:xfrm>
        </p:spPr>
        <p:txBody>
          <a:bodyPr>
            <a:noAutofit/>
          </a:bodyPr>
          <a:lstStyle>
            <a:lvl1pPr marL="0" indent="0">
              <a:buNone/>
              <a:defRPr lang="en-US" sz="5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79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6630947" y="2161839"/>
            <a:ext cx="459688" cy="679389"/>
          </a:xfrm>
        </p:spPr>
        <p:txBody>
          <a:bodyPr>
            <a:noAutofit/>
          </a:bodyPr>
          <a:lstStyle>
            <a:lvl1pPr marL="0" indent="0">
              <a:buNone/>
              <a:def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dirty="0"/>
              <a:t>章</a:t>
            </a:r>
            <a:endParaRPr lang="en-US" dirty="0"/>
          </a:p>
        </p:txBody>
      </p:sp>
      <p:sp>
        <p:nvSpPr>
          <p:cNvPr id="8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5049893" y="3107080"/>
            <a:ext cx="2235430" cy="987432"/>
          </a:xfrm>
        </p:spPr>
        <p:txBody>
          <a:bodyPr>
            <a:noAutofit/>
          </a:bodyPr>
          <a:lstStyle>
            <a:lvl1pPr marL="0" indent="0" algn="ctr">
              <a:buNone/>
              <a:defRPr lang="en-US" sz="4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dirty="0"/>
              <a:t>课题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图片 7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09113" y="0"/>
            <a:ext cx="12300319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09" y="6354879"/>
            <a:ext cx="2743557" cy="365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26" y="6354879"/>
            <a:ext cx="4115336" cy="365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1721" y="6354879"/>
            <a:ext cx="2743557" cy="365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CDD0AE-3034-4B21-87A9-808C60475CB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椭圆 7"/>
          <p:cNvSpPr/>
          <p:nvPr userDrawn="1"/>
        </p:nvSpPr>
        <p:spPr>
          <a:xfrm>
            <a:off x="4243690" y="1345785"/>
            <a:ext cx="3779222" cy="3780589"/>
          </a:xfrm>
          <a:prstGeom prst="ellipse">
            <a:avLst/>
          </a:prstGeom>
          <a:ln w="12700">
            <a:solidFill>
              <a:srgbClr val="FFFF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2028569" y="3298008"/>
            <a:ext cx="474234" cy="1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1555741" y="3298008"/>
            <a:ext cx="474234" cy="1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 userDrawn="1"/>
        </p:nvSpPr>
        <p:spPr>
          <a:xfrm>
            <a:off x="1520982" y="3275140"/>
            <a:ext cx="45713" cy="45730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13" name="椭圆 12"/>
          <p:cNvSpPr/>
          <p:nvPr userDrawn="1"/>
        </p:nvSpPr>
        <p:spPr>
          <a:xfrm>
            <a:off x="2502805" y="3275139"/>
            <a:ext cx="45713" cy="45730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14" name="椭圆 13"/>
          <p:cNvSpPr/>
          <p:nvPr userDrawn="1"/>
        </p:nvSpPr>
        <p:spPr>
          <a:xfrm rot="16200000">
            <a:off x="1538372" y="2804627"/>
            <a:ext cx="980395" cy="9800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10179410" y="3296604"/>
            <a:ext cx="474234" cy="1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9701820" y="3296603"/>
            <a:ext cx="474234" cy="1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 userDrawn="1"/>
        </p:nvSpPr>
        <p:spPr>
          <a:xfrm>
            <a:off x="9665473" y="3273737"/>
            <a:ext cx="45713" cy="45730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18" name="椭圆 17"/>
          <p:cNvSpPr/>
          <p:nvPr userDrawn="1"/>
        </p:nvSpPr>
        <p:spPr>
          <a:xfrm>
            <a:off x="10653646" y="3278499"/>
            <a:ext cx="45713" cy="45730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19" name="椭圆 18"/>
          <p:cNvSpPr/>
          <p:nvPr userDrawn="1"/>
        </p:nvSpPr>
        <p:spPr>
          <a:xfrm rot="16200000">
            <a:off x="9689213" y="2803222"/>
            <a:ext cx="980395" cy="9800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20" name="直接连接符 19"/>
          <p:cNvCxnSpPr/>
          <p:nvPr userDrawn="1"/>
        </p:nvCxnSpPr>
        <p:spPr>
          <a:xfrm>
            <a:off x="2518592" y="3298006"/>
            <a:ext cx="290919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 userDrawn="1"/>
        </p:nvSpPr>
        <p:spPr>
          <a:xfrm>
            <a:off x="2759511" y="3245607"/>
            <a:ext cx="99999" cy="100035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2809509" y="3298008"/>
            <a:ext cx="3285696" cy="632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 flipH="1">
            <a:off x="9390515" y="3296098"/>
            <a:ext cx="307951" cy="2543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/>
          <p:cNvSpPr/>
          <p:nvPr userDrawn="1"/>
        </p:nvSpPr>
        <p:spPr>
          <a:xfrm rot="10800000">
            <a:off x="9340513" y="3245763"/>
            <a:ext cx="99999" cy="100035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cxnSp>
        <p:nvCxnSpPr>
          <p:cNvPr id="25" name="直接连接符 24"/>
          <p:cNvCxnSpPr/>
          <p:nvPr userDrawn="1"/>
        </p:nvCxnSpPr>
        <p:spPr>
          <a:xfrm flipH="1">
            <a:off x="6095207" y="3297051"/>
            <a:ext cx="3295308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8" idx="7"/>
          </p:cNvCxnSpPr>
          <p:nvPr userDrawn="1"/>
        </p:nvCxnSpPr>
        <p:spPr>
          <a:xfrm flipH="1">
            <a:off x="6095207" y="1899439"/>
            <a:ext cx="1374252" cy="1396658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8" idx="3"/>
          </p:cNvCxnSpPr>
          <p:nvPr userDrawn="1"/>
        </p:nvCxnSpPr>
        <p:spPr>
          <a:xfrm flipV="1">
            <a:off x="4797145" y="3296098"/>
            <a:ext cx="1298062" cy="1276623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/>
        </p:nvCxnSpPr>
        <p:spPr>
          <a:xfrm flipH="1" flipV="1">
            <a:off x="6098563" y="3301367"/>
            <a:ext cx="1319188" cy="1150895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endCxn id="34" idx="1"/>
          </p:cNvCxnSpPr>
          <p:nvPr userDrawn="1"/>
        </p:nvCxnSpPr>
        <p:spPr>
          <a:xfrm flipH="1" flipV="1">
            <a:off x="4876715" y="1977562"/>
            <a:ext cx="1221847" cy="1315682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/>
          <p:cNvSpPr/>
          <p:nvPr userDrawn="1"/>
        </p:nvSpPr>
        <p:spPr>
          <a:xfrm>
            <a:off x="2751996" y="3216892"/>
            <a:ext cx="152644" cy="152699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1" name="椭圆 30"/>
          <p:cNvSpPr/>
          <p:nvPr userDrawn="1"/>
        </p:nvSpPr>
        <p:spPr>
          <a:xfrm>
            <a:off x="9279749" y="3198088"/>
            <a:ext cx="160762" cy="160819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2" name="椭圆 31"/>
          <p:cNvSpPr/>
          <p:nvPr userDrawn="1"/>
        </p:nvSpPr>
        <p:spPr>
          <a:xfrm>
            <a:off x="4753518" y="4534766"/>
            <a:ext cx="99999" cy="100035"/>
          </a:xfrm>
          <a:prstGeom prst="ellipse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3" name="椭圆 32"/>
          <p:cNvSpPr/>
          <p:nvPr userDrawn="1"/>
        </p:nvSpPr>
        <p:spPr>
          <a:xfrm>
            <a:off x="7419459" y="1856848"/>
            <a:ext cx="99999" cy="100035"/>
          </a:xfrm>
          <a:prstGeom prst="ellipse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4" name="椭圆 33"/>
          <p:cNvSpPr/>
          <p:nvPr userDrawn="1"/>
        </p:nvSpPr>
        <p:spPr>
          <a:xfrm>
            <a:off x="4359552" y="1460211"/>
            <a:ext cx="3531404" cy="3532682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5" name="椭圆 34"/>
          <p:cNvSpPr/>
          <p:nvPr userDrawn="1"/>
        </p:nvSpPr>
        <p:spPr>
          <a:xfrm>
            <a:off x="4837648" y="1950264"/>
            <a:ext cx="99999" cy="100035"/>
          </a:xfrm>
          <a:prstGeom prst="ellipse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36" name="椭圆 35"/>
          <p:cNvSpPr/>
          <p:nvPr userDrawn="1"/>
        </p:nvSpPr>
        <p:spPr>
          <a:xfrm>
            <a:off x="7321627" y="4425184"/>
            <a:ext cx="99999" cy="100035"/>
          </a:xfrm>
          <a:prstGeom prst="ellipse">
            <a:avLst/>
          </a:prstGeom>
          <a:solidFill>
            <a:schemeClr val="accent4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grpSp>
        <p:nvGrpSpPr>
          <p:cNvPr id="38" name="组合 37"/>
          <p:cNvGrpSpPr/>
          <p:nvPr userDrawn="1"/>
        </p:nvGrpSpPr>
        <p:grpSpPr>
          <a:xfrm>
            <a:off x="4530223" y="1623699"/>
            <a:ext cx="3239579" cy="3240750"/>
            <a:chOff x="4514099" y="1605805"/>
            <a:chExt cx="3240000" cy="3240000"/>
          </a:xfrm>
        </p:grpSpPr>
        <p:sp>
          <p:nvSpPr>
            <p:cNvPr id="39" name="椭圆 38"/>
            <p:cNvSpPr/>
            <p:nvPr/>
          </p:nvSpPr>
          <p:spPr>
            <a:xfrm>
              <a:off x="4514099" y="1605805"/>
              <a:ext cx="3240000" cy="3240000"/>
            </a:xfrm>
            <a:prstGeom prst="ellipse">
              <a:avLst/>
            </a:prstGeom>
            <a:solidFill>
              <a:srgbClr val="595959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519776" y="3660819"/>
              <a:ext cx="3224090" cy="461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45" name="直接连接符 44"/>
          <p:cNvCxnSpPr>
            <a:stCxn id="19" idx="4"/>
          </p:cNvCxnSpPr>
          <p:nvPr userDrawn="1"/>
        </p:nvCxnSpPr>
        <p:spPr>
          <a:xfrm flipV="1">
            <a:off x="10669431" y="3293243"/>
            <a:ext cx="1666107" cy="1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 userDrawn="1"/>
        </p:nvCxnSpPr>
        <p:spPr>
          <a:xfrm flipV="1">
            <a:off x="-122027" y="3293243"/>
            <a:ext cx="1666107" cy="1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椭圆 46"/>
          <p:cNvSpPr/>
          <p:nvPr userDrawn="1"/>
        </p:nvSpPr>
        <p:spPr>
          <a:xfrm>
            <a:off x="586701" y="3149569"/>
            <a:ext cx="287243" cy="287347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48" name="椭圆 47"/>
          <p:cNvSpPr/>
          <p:nvPr userDrawn="1"/>
        </p:nvSpPr>
        <p:spPr>
          <a:xfrm>
            <a:off x="11328113" y="3159097"/>
            <a:ext cx="287243" cy="287347"/>
          </a:xfrm>
          <a:prstGeom prst="ellipse">
            <a:avLst/>
          </a:prstGeom>
          <a:solidFill>
            <a:srgbClr val="FF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grpSp>
        <p:nvGrpSpPr>
          <p:cNvPr id="49" name="组合 48"/>
          <p:cNvGrpSpPr/>
          <p:nvPr userDrawn="1"/>
        </p:nvGrpSpPr>
        <p:grpSpPr>
          <a:xfrm>
            <a:off x="3785857" y="920545"/>
            <a:ext cx="4655374" cy="4664314"/>
            <a:chOff x="4095140" y="1166024"/>
            <a:chExt cx="4140000" cy="4146450"/>
          </a:xfrm>
        </p:grpSpPr>
        <p:sp>
          <p:nvSpPr>
            <p:cNvPr id="50" name="椭圆 49"/>
            <p:cNvSpPr/>
            <p:nvPr/>
          </p:nvSpPr>
          <p:spPr>
            <a:xfrm>
              <a:off x="4095140" y="1166024"/>
              <a:ext cx="4140000" cy="414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51" name="弧形 50"/>
            <p:cNvSpPr/>
            <p:nvPr/>
          </p:nvSpPr>
          <p:spPr>
            <a:xfrm>
              <a:off x="4095140" y="1172474"/>
              <a:ext cx="4140000" cy="4140000"/>
            </a:xfrm>
            <a:prstGeom prst="arc">
              <a:avLst>
                <a:gd name="adj1" fmla="val 11936969"/>
                <a:gd name="adj2" fmla="val 17475323"/>
              </a:avLst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</p:grpSp>
      <p:grpSp>
        <p:nvGrpSpPr>
          <p:cNvPr id="52" name="组合 51"/>
          <p:cNvGrpSpPr/>
          <p:nvPr userDrawn="1"/>
        </p:nvGrpSpPr>
        <p:grpSpPr>
          <a:xfrm rot="12406911">
            <a:off x="3800821" y="908679"/>
            <a:ext cx="4655374" cy="4664314"/>
            <a:chOff x="4095140" y="1166024"/>
            <a:chExt cx="4140000" cy="4146450"/>
          </a:xfrm>
        </p:grpSpPr>
        <p:sp>
          <p:nvSpPr>
            <p:cNvPr id="53" name="椭圆 52"/>
            <p:cNvSpPr/>
            <p:nvPr/>
          </p:nvSpPr>
          <p:spPr>
            <a:xfrm>
              <a:off x="4095140" y="1166024"/>
              <a:ext cx="4140000" cy="414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54" name="弧形 53"/>
            <p:cNvSpPr/>
            <p:nvPr/>
          </p:nvSpPr>
          <p:spPr>
            <a:xfrm>
              <a:off x="4095140" y="1172474"/>
              <a:ext cx="4140000" cy="4140000"/>
            </a:xfrm>
            <a:prstGeom prst="arc">
              <a:avLst>
                <a:gd name="adj1" fmla="val 14231143"/>
                <a:gd name="adj2" fmla="val 17475323"/>
              </a:avLst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</p:grpSp>
      <p:grpSp>
        <p:nvGrpSpPr>
          <p:cNvPr id="55" name="组合 54"/>
          <p:cNvGrpSpPr/>
          <p:nvPr userDrawn="1"/>
        </p:nvGrpSpPr>
        <p:grpSpPr>
          <a:xfrm rot="6181611">
            <a:off x="3773036" y="927842"/>
            <a:ext cx="4657060" cy="4662627"/>
            <a:chOff x="4095139" y="1166024"/>
            <a:chExt cx="4140001" cy="4146450"/>
          </a:xfrm>
        </p:grpSpPr>
        <p:sp>
          <p:nvSpPr>
            <p:cNvPr id="56" name="椭圆 55"/>
            <p:cNvSpPr/>
            <p:nvPr/>
          </p:nvSpPr>
          <p:spPr>
            <a:xfrm>
              <a:off x="4095139" y="1166024"/>
              <a:ext cx="4140000" cy="414000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  <p:sp>
          <p:nvSpPr>
            <p:cNvPr id="57" name="弧形 56"/>
            <p:cNvSpPr/>
            <p:nvPr/>
          </p:nvSpPr>
          <p:spPr>
            <a:xfrm>
              <a:off x="4095140" y="1172474"/>
              <a:ext cx="4140000" cy="4140000"/>
            </a:xfrm>
            <a:prstGeom prst="arc">
              <a:avLst>
                <a:gd name="adj1" fmla="val 13162649"/>
                <a:gd name="adj2" fmla="val 17475323"/>
              </a:avLst>
            </a:prstGeom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2400" b="1"/>
            </a:p>
          </p:txBody>
        </p:sp>
      </p:grpSp>
      <p:grpSp>
        <p:nvGrpSpPr>
          <p:cNvPr id="59" name="组合 58"/>
          <p:cNvGrpSpPr/>
          <p:nvPr userDrawn="1"/>
        </p:nvGrpSpPr>
        <p:grpSpPr>
          <a:xfrm>
            <a:off x="1722777" y="3048794"/>
            <a:ext cx="562430" cy="513471"/>
            <a:chOff x="550862" y="596106"/>
            <a:chExt cx="1495425" cy="1365250"/>
          </a:xfrm>
          <a:solidFill>
            <a:srgbClr val="FFA000"/>
          </a:solidFill>
        </p:grpSpPr>
        <p:sp>
          <p:nvSpPr>
            <p:cNvPr id="60" name="Freeform 6"/>
            <p:cNvSpPr>
              <a:spLocks noEditPoints="1"/>
            </p:cNvSpPr>
            <p:nvPr/>
          </p:nvSpPr>
          <p:spPr bwMode="auto">
            <a:xfrm>
              <a:off x="550862" y="1583531"/>
              <a:ext cx="1495425" cy="377825"/>
            </a:xfrm>
            <a:custGeom>
              <a:avLst/>
              <a:gdLst>
                <a:gd name="T0" fmla="*/ 555 w 557"/>
                <a:gd name="T1" fmla="*/ 113 h 141"/>
                <a:gd name="T2" fmla="*/ 554 w 557"/>
                <a:gd name="T3" fmla="*/ 109 h 141"/>
                <a:gd name="T4" fmla="*/ 513 w 557"/>
                <a:gd name="T5" fmla="*/ 23 h 141"/>
                <a:gd name="T6" fmla="*/ 490 w 557"/>
                <a:gd name="T7" fmla="*/ 0 h 141"/>
                <a:gd name="T8" fmla="*/ 69 w 557"/>
                <a:gd name="T9" fmla="*/ 0 h 141"/>
                <a:gd name="T10" fmla="*/ 46 w 557"/>
                <a:gd name="T11" fmla="*/ 23 h 141"/>
                <a:gd name="T12" fmla="*/ 4 w 557"/>
                <a:gd name="T13" fmla="*/ 109 h 141"/>
                <a:gd name="T14" fmla="*/ 0 w 557"/>
                <a:gd name="T15" fmla="*/ 121 h 141"/>
                <a:gd name="T16" fmla="*/ 22 w 557"/>
                <a:gd name="T17" fmla="*/ 141 h 141"/>
                <a:gd name="T18" fmla="*/ 535 w 557"/>
                <a:gd name="T19" fmla="*/ 141 h 141"/>
                <a:gd name="T20" fmla="*/ 557 w 557"/>
                <a:gd name="T21" fmla="*/ 121 h 141"/>
                <a:gd name="T22" fmla="*/ 555 w 557"/>
                <a:gd name="T23" fmla="*/ 113 h 141"/>
                <a:gd name="T24" fmla="*/ 327 w 557"/>
                <a:gd name="T25" fmla="*/ 128 h 141"/>
                <a:gd name="T26" fmla="*/ 230 w 557"/>
                <a:gd name="T27" fmla="*/ 128 h 141"/>
                <a:gd name="T28" fmla="*/ 225 w 557"/>
                <a:gd name="T29" fmla="*/ 123 h 141"/>
                <a:gd name="T30" fmla="*/ 230 w 557"/>
                <a:gd name="T31" fmla="*/ 118 h 141"/>
                <a:gd name="T32" fmla="*/ 327 w 557"/>
                <a:gd name="T33" fmla="*/ 118 h 141"/>
                <a:gd name="T34" fmla="*/ 332 w 557"/>
                <a:gd name="T35" fmla="*/ 123 h 141"/>
                <a:gd name="T36" fmla="*/ 327 w 557"/>
                <a:gd name="T37" fmla="*/ 128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7" h="141">
                  <a:moveTo>
                    <a:pt x="555" y="113"/>
                  </a:moveTo>
                  <a:cubicBezTo>
                    <a:pt x="555" y="112"/>
                    <a:pt x="555" y="111"/>
                    <a:pt x="554" y="109"/>
                  </a:cubicBezTo>
                  <a:cubicBezTo>
                    <a:pt x="513" y="23"/>
                    <a:pt x="513" y="23"/>
                    <a:pt x="513" y="23"/>
                  </a:cubicBezTo>
                  <a:cubicBezTo>
                    <a:pt x="506" y="9"/>
                    <a:pt x="503" y="0"/>
                    <a:pt x="490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56" y="0"/>
                    <a:pt x="52" y="10"/>
                    <a:pt x="46" y="23"/>
                  </a:cubicBezTo>
                  <a:cubicBezTo>
                    <a:pt x="4" y="109"/>
                    <a:pt x="4" y="109"/>
                    <a:pt x="4" y="109"/>
                  </a:cubicBezTo>
                  <a:cubicBezTo>
                    <a:pt x="1" y="112"/>
                    <a:pt x="0" y="116"/>
                    <a:pt x="0" y="121"/>
                  </a:cubicBezTo>
                  <a:cubicBezTo>
                    <a:pt x="0" y="132"/>
                    <a:pt x="10" y="141"/>
                    <a:pt x="22" y="141"/>
                  </a:cubicBezTo>
                  <a:cubicBezTo>
                    <a:pt x="535" y="141"/>
                    <a:pt x="535" y="141"/>
                    <a:pt x="535" y="141"/>
                  </a:cubicBezTo>
                  <a:cubicBezTo>
                    <a:pt x="547" y="141"/>
                    <a:pt x="557" y="132"/>
                    <a:pt x="557" y="121"/>
                  </a:cubicBezTo>
                  <a:cubicBezTo>
                    <a:pt x="557" y="118"/>
                    <a:pt x="556" y="115"/>
                    <a:pt x="555" y="113"/>
                  </a:cubicBezTo>
                  <a:close/>
                  <a:moveTo>
                    <a:pt x="327" y="128"/>
                  </a:moveTo>
                  <a:cubicBezTo>
                    <a:pt x="230" y="128"/>
                    <a:pt x="230" y="128"/>
                    <a:pt x="230" y="128"/>
                  </a:cubicBezTo>
                  <a:cubicBezTo>
                    <a:pt x="227" y="128"/>
                    <a:pt x="225" y="126"/>
                    <a:pt x="225" y="123"/>
                  </a:cubicBezTo>
                  <a:cubicBezTo>
                    <a:pt x="225" y="120"/>
                    <a:pt x="227" y="118"/>
                    <a:pt x="230" y="118"/>
                  </a:cubicBezTo>
                  <a:cubicBezTo>
                    <a:pt x="327" y="118"/>
                    <a:pt x="327" y="118"/>
                    <a:pt x="327" y="118"/>
                  </a:cubicBezTo>
                  <a:cubicBezTo>
                    <a:pt x="329" y="118"/>
                    <a:pt x="332" y="120"/>
                    <a:pt x="332" y="123"/>
                  </a:cubicBezTo>
                  <a:cubicBezTo>
                    <a:pt x="332" y="126"/>
                    <a:pt x="329" y="128"/>
                    <a:pt x="327" y="1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1" name="Freeform 7"/>
            <p:cNvSpPr>
              <a:spLocks noEditPoints="1"/>
            </p:cNvSpPr>
            <p:nvPr/>
          </p:nvSpPr>
          <p:spPr bwMode="auto">
            <a:xfrm>
              <a:off x="1063625" y="842169"/>
              <a:ext cx="496888" cy="446088"/>
            </a:xfrm>
            <a:custGeom>
              <a:avLst/>
              <a:gdLst>
                <a:gd name="T0" fmla="*/ 161 w 185"/>
                <a:gd name="T1" fmla="*/ 97 h 166"/>
                <a:gd name="T2" fmla="*/ 47 w 185"/>
                <a:gd name="T3" fmla="*/ 166 h 166"/>
                <a:gd name="T4" fmla="*/ 2 w 185"/>
                <a:gd name="T5" fmla="*/ 111 h 166"/>
                <a:gd name="T6" fmla="*/ 116 w 185"/>
                <a:gd name="T7" fmla="*/ 0 h 166"/>
                <a:gd name="T8" fmla="*/ 146 w 185"/>
                <a:gd name="T9" fmla="*/ 20 h 166"/>
                <a:gd name="T10" fmla="*/ 44 w 185"/>
                <a:gd name="T11" fmla="*/ 98 h 166"/>
                <a:gd name="T12" fmla="*/ 44 w 185"/>
                <a:gd name="T13" fmla="*/ 108 h 166"/>
                <a:gd name="T14" fmla="*/ 70 w 185"/>
                <a:gd name="T15" fmla="*/ 129 h 166"/>
                <a:gd name="T16" fmla="*/ 157 w 185"/>
                <a:gd name="T17" fmla="*/ 81 h 166"/>
                <a:gd name="T18" fmla="*/ 161 w 185"/>
                <a:gd name="T19" fmla="*/ 97 h 166"/>
                <a:gd name="T20" fmla="*/ 109 w 185"/>
                <a:gd name="T21" fmla="*/ 29 h 166"/>
                <a:gd name="T22" fmla="*/ 104 w 185"/>
                <a:gd name="T23" fmla="*/ 24 h 166"/>
                <a:gd name="T24" fmla="*/ 47 w 185"/>
                <a:gd name="T25" fmla="*/ 78 h 166"/>
                <a:gd name="T26" fmla="*/ 109 w 185"/>
                <a:gd name="T27" fmla="*/ 29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5" h="166">
                  <a:moveTo>
                    <a:pt x="161" y="97"/>
                  </a:moveTo>
                  <a:cubicBezTo>
                    <a:pt x="137" y="128"/>
                    <a:pt x="89" y="166"/>
                    <a:pt x="47" y="166"/>
                  </a:cubicBezTo>
                  <a:cubicBezTo>
                    <a:pt x="17" y="166"/>
                    <a:pt x="2" y="139"/>
                    <a:pt x="2" y="111"/>
                  </a:cubicBezTo>
                  <a:cubicBezTo>
                    <a:pt x="0" y="56"/>
                    <a:pt x="61" y="0"/>
                    <a:pt x="116" y="0"/>
                  </a:cubicBezTo>
                  <a:cubicBezTo>
                    <a:pt x="129" y="0"/>
                    <a:pt x="146" y="3"/>
                    <a:pt x="146" y="20"/>
                  </a:cubicBezTo>
                  <a:cubicBezTo>
                    <a:pt x="146" y="41"/>
                    <a:pt x="125" y="72"/>
                    <a:pt x="44" y="98"/>
                  </a:cubicBezTo>
                  <a:cubicBezTo>
                    <a:pt x="44" y="108"/>
                    <a:pt x="44" y="108"/>
                    <a:pt x="44" y="108"/>
                  </a:cubicBezTo>
                  <a:cubicBezTo>
                    <a:pt x="42" y="124"/>
                    <a:pt x="56" y="129"/>
                    <a:pt x="70" y="129"/>
                  </a:cubicBezTo>
                  <a:cubicBezTo>
                    <a:pt x="100" y="129"/>
                    <a:pt x="135" y="98"/>
                    <a:pt x="157" y="81"/>
                  </a:cubicBezTo>
                  <a:cubicBezTo>
                    <a:pt x="157" y="81"/>
                    <a:pt x="185" y="65"/>
                    <a:pt x="161" y="97"/>
                  </a:cubicBezTo>
                  <a:close/>
                  <a:moveTo>
                    <a:pt x="109" y="29"/>
                  </a:moveTo>
                  <a:cubicBezTo>
                    <a:pt x="109" y="26"/>
                    <a:pt x="107" y="24"/>
                    <a:pt x="104" y="24"/>
                  </a:cubicBezTo>
                  <a:cubicBezTo>
                    <a:pt x="83" y="30"/>
                    <a:pt x="58" y="50"/>
                    <a:pt x="47" y="78"/>
                  </a:cubicBezTo>
                  <a:cubicBezTo>
                    <a:pt x="84" y="65"/>
                    <a:pt x="109" y="36"/>
                    <a:pt x="109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2" name="Freeform 8"/>
            <p:cNvSpPr>
              <a:spLocks noEditPoints="1"/>
            </p:cNvSpPr>
            <p:nvPr/>
          </p:nvSpPr>
          <p:spPr bwMode="auto">
            <a:xfrm>
              <a:off x="620712" y="596106"/>
              <a:ext cx="1355725" cy="944563"/>
            </a:xfrm>
            <a:custGeom>
              <a:avLst/>
              <a:gdLst>
                <a:gd name="T0" fmla="*/ 443 w 505"/>
                <a:gd name="T1" fmla="*/ 0 h 352"/>
                <a:gd name="T2" fmla="*/ 62 w 505"/>
                <a:gd name="T3" fmla="*/ 0 h 352"/>
                <a:gd name="T4" fmla="*/ 0 w 505"/>
                <a:gd name="T5" fmla="*/ 62 h 352"/>
                <a:gd name="T6" fmla="*/ 0 w 505"/>
                <a:gd name="T7" fmla="*/ 290 h 352"/>
                <a:gd name="T8" fmla="*/ 62 w 505"/>
                <a:gd name="T9" fmla="*/ 352 h 352"/>
                <a:gd name="T10" fmla="*/ 443 w 505"/>
                <a:gd name="T11" fmla="*/ 352 h 352"/>
                <a:gd name="T12" fmla="*/ 505 w 505"/>
                <a:gd name="T13" fmla="*/ 290 h 352"/>
                <a:gd name="T14" fmla="*/ 505 w 505"/>
                <a:gd name="T15" fmla="*/ 62 h 352"/>
                <a:gd name="T16" fmla="*/ 443 w 505"/>
                <a:gd name="T17" fmla="*/ 0 h 352"/>
                <a:gd name="T18" fmla="*/ 382 w 505"/>
                <a:gd name="T19" fmla="*/ 339 h 352"/>
                <a:gd name="T20" fmla="*/ 332 w 505"/>
                <a:gd name="T21" fmla="*/ 339 h 352"/>
                <a:gd name="T22" fmla="*/ 326 w 505"/>
                <a:gd name="T23" fmla="*/ 333 h 352"/>
                <a:gd name="T24" fmla="*/ 332 w 505"/>
                <a:gd name="T25" fmla="*/ 327 h 352"/>
                <a:gd name="T26" fmla="*/ 382 w 505"/>
                <a:gd name="T27" fmla="*/ 327 h 352"/>
                <a:gd name="T28" fmla="*/ 389 w 505"/>
                <a:gd name="T29" fmla="*/ 333 h 352"/>
                <a:gd name="T30" fmla="*/ 382 w 505"/>
                <a:gd name="T31" fmla="*/ 339 h 352"/>
                <a:gd name="T32" fmla="*/ 403 w 505"/>
                <a:gd name="T33" fmla="*/ 339 h 352"/>
                <a:gd name="T34" fmla="*/ 397 w 505"/>
                <a:gd name="T35" fmla="*/ 333 h 352"/>
                <a:gd name="T36" fmla="*/ 403 w 505"/>
                <a:gd name="T37" fmla="*/ 326 h 352"/>
                <a:gd name="T38" fmla="*/ 410 w 505"/>
                <a:gd name="T39" fmla="*/ 333 h 352"/>
                <a:gd name="T40" fmla="*/ 403 w 505"/>
                <a:gd name="T41" fmla="*/ 339 h 352"/>
                <a:gd name="T42" fmla="*/ 469 w 505"/>
                <a:gd name="T43" fmla="*/ 290 h 352"/>
                <a:gd name="T44" fmla="*/ 443 w 505"/>
                <a:gd name="T45" fmla="*/ 316 h 352"/>
                <a:gd name="T46" fmla="*/ 62 w 505"/>
                <a:gd name="T47" fmla="*/ 316 h 352"/>
                <a:gd name="T48" fmla="*/ 36 w 505"/>
                <a:gd name="T49" fmla="*/ 290 h 352"/>
                <a:gd name="T50" fmla="*/ 36 w 505"/>
                <a:gd name="T51" fmla="*/ 62 h 352"/>
                <a:gd name="T52" fmla="*/ 62 w 505"/>
                <a:gd name="T53" fmla="*/ 36 h 352"/>
                <a:gd name="T54" fmla="*/ 443 w 505"/>
                <a:gd name="T55" fmla="*/ 36 h 352"/>
                <a:gd name="T56" fmla="*/ 469 w 505"/>
                <a:gd name="T57" fmla="*/ 62 h 352"/>
                <a:gd name="T58" fmla="*/ 469 w 505"/>
                <a:gd name="T59" fmla="*/ 290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5" h="352">
                  <a:moveTo>
                    <a:pt x="443" y="0"/>
                  </a:moveTo>
                  <a:cubicBezTo>
                    <a:pt x="62" y="0"/>
                    <a:pt x="62" y="0"/>
                    <a:pt x="62" y="0"/>
                  </a:cubicBezTo>
                  <a:cubicBezTo>
                    <a:pt x="28" y="0"/>
                    <a:pt x="0" y="28"/>
                    <a:pt x="0" y="62"/>
                  </a:cubicBezTo>
                  <a:cubicBezTo>
                    <a:pt x="0" y="290"/>
                    <a:pt x="0" y="290"/>
                    <a:pt x="0" y="290"/>
                  </a:cubicBezTo>
                  <a:cubicBezTo>
                    <a:pt x="0" y="324"/>
                    <a:pt x="28" y="352"/>
                    <a:pt x="62" y="352"/>
                  </a:cubicBezTo>
                  <a:cubicBezTo>
                    <a:pt x="443" y="352"/>
                    <a:pt x="443" y="352"/>
                    <a:pt x="443" y="352"/>
                  </a:cubicBezTo>
                  <a:cubicBezTo>
                    <a:pt x="477" y="352"/>
                    <a:pt x="505" y="324"/>
                    <a:pt x="505" y="290"/>
                  </a:cubicBezTo>
                  <a:cubicBezTo>
                    <a:pt x="505" y="62"/>
                    <a:pt x="505" y="62"/>
                    <a:pt x="505" y="62"/>
                  </a:cubicBezTo>
                  <a:cubicBezTo>
                    <a:pt x="505" y="28"/>
                    <a:pt x="477" y="0"/>
                    <a:pt x="443" y="0"/>
                  </a:cubicBezTo>
                  <a:close/>
                  <a:moveTo>
                    <a:pt x="382" y="339"/>
                  </a:moveTo>
                  <a:cubicBezTo>
                    <a:pt x="332" y="339"/>
                    <a:pt x="332" y="339"/>
                    <a:pt x="332" y="339"/>
                  </a:cubicBezTo>
                  <a:cubicBezTo>
                    <a:pt x="329" y="339"/>
                    <a:pt x="326" y="336"/>
                    <a:pt x="326" y="333"/>
                  </a:cubicBezTo>
                  <a:cubicBezTo>
                    <a:pt x="326" y="329"/>
                    <a:pt x="329" y="327"/>
                    <a:pt x="332" y="327"/>
                  </a:cubicBezTo>
                  <a:cubicBezTo>
                    <a:pt x="382" y="327"/>
                    <a:pt x="382" y="327"/>
                    <a:pt x="382" y="327"/>
                  </a:cubicBezTo>
                  <a:cubicBezTo>
                    <a:pt x="386" y="327"/>
                    <a:pt x="389" y="329"/>
                    <a:pt x="389" y="333"/>
                  </a:cubicBezTo>
                  <a:cubicBezTo>
                    <a:pt x="389" y="336"/>
                    <a:pt x="386" y="339"/>
                    <a:pt x="382" y="339"/>
                  </a:cubicBezTo>
                  <a:close/>
                  <a:moveTo>
                    <a:pt x="403" y="339"/>
                  </a:moveTo>
                  <a:cubicBezTo>
                    <a:pt x="400" y="339"/>
                    <a:pt x="397" y="337"/>
                    <a:pt x="397" y="333"/>
                  </a:cubicBezTo>
                  <a:cubicBezTo>
                    <a:pt x="397" y="329"/>
                    <a:pt x="400" y="326"/>
                    <a:pt x="403" y="326"/>
                  </a:cubicBezTo>
                  <a:cubicBezTo>
                    <a:pt x="407" y="326"/>
                    <a:pt x="410" y="329"/>
                    <a:pt x="410" y="333"/>
                  </a:cubicBezTo>
                  <a:cubicBezTo>
                    <a:pt x="410" y="337"/>
                    <a:pt x="407" y="339"/>
                    <a:pt x="403" y="339"/>
                  </a:cubicBezTo>
                  <a:close/>
                  <a:moveTo>
                    <a:pt x="469" y="290"/>
                  </a:moveTo>
                  <a:cubicBezTo>
                    <a:pt x="469" y="304"/>
                    <a:pt x="457" y="316"/>
                    <a:pt x="443" y="316"/>
                  </a:cubicBezTo>
                  <a:cubicBezTo>
                    <a:pt x="62" y="316"/>
                    <a:pt x="62" y="316"/>
                    <a:pt x="62" y="316"/>
                  </a:cubicBezTo>
                  <a:cubicBezTo>
                    <a:pt x="48" y="316"/>
                    <a:pt x="36" y="304"/>
                    <a:pt x="36" y="290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6" y="48"/>
                    <a:pt x="48" y="36"/>
                    <a:pt x="62" y="36"/>
                  </a:cubicBezTo>
                  <a:cubicBezTo>
                    <a:pt x="443" y="36"/>
                    <a:pt x="443" y="36"/>
                    <a:pt x="443" y="36"/>
                  </a:cubicBezTo>
                  <a:cubicBezTo>
                    <a:pt x="457" y="36"/>
                    <a:pt x="469" y="48"/>
                    <a:pt x="469" y="62"/>
                  </a:cubicBezTo>
                  <a:lnTo>
                    <a:pt x="469" y="2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</p:grpSp>
      <p:grpSp>
        <p:nvGrpSpPr>
          <p:cNvPr id="63" name="组合 62"/>
          <p:cNvGrpSpPr/>
          <p:nvPr userDrawn="1"/>
        </p:nvGrpSpPr>
        <p:grpSpPr>
          <a:xfrm>
            <a:off x="9897762" y="3063066"/>
            <a:ext cx="617044" cy="519129"/>
            <a:chOff x="5146675" y="766763"/>
            <a:chExt cx="1590676" cy="1338263"/>
          </a:xfrm>
        </p:grpSpPr>
        <p:sp>
          <p:nvSpPr>
            <p:cNvPr id="64" name="Oval 18"/>
            <p:cNvSpPr>
              <a:spLocks noChangeArrowheads="1"/>
            </p:cNvSpPr>
            <p:nvPr/>
          </p:nvSpPr>
          <p:spPr bwMode="auto">
            <a:xfrm>
              <a:off x="5675313" y="766763"/>
              <a:ext cx="533400" cy="534988"/>
            </a:xfrm>
            <a:prstGeom prst="ellipse">
              <a:avLst/>
            </a:prstGeom>
            <a:solidFill>
              <a:srgbClr val="FFA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5" name="Freeform 19"/>
            <p:cNvSpPr/>
            <p:nvPr/>
          </p:nvSpPr>
          <p:spPr bwMode="auto">
            <a:xfrm>
              <a:off x="5511800" y="1344613"/>
              <a:ext cx="860425" cy="760413"/>
            </a:xfrm>
            <a:custGeom>
              <a:avLst/>
              <a:gdLst>
                <a:gd name="T0" fmla="*/ 201 w 301"/>
                <a:gd name="T1" fmla="*/ 0 h 266"/>
                <a:gd name="T2" fmla="*/ 151 w 301"/>
                <a:gd name="T3" fmla="*/ 67 h 266"/>
                <a:gd name="T4" fmla="*/ 101 w 301"/>
                <a:gd name="T5" fmla="*/ 0 h 266"/>
                <a:gd name="T6" fmla="*/ 0 w 301"/>
                <a:gd name="T7" fmla="*/ 144 h 266"/>
                <a:gd name="T8" fmla="*/ 0 w 301"/>
                <a:gd name="T9" fmla="*/ 235 h 266"/>
                <a:gd name="T10" fmla="*/ 0 w 301"/>
                <a:gd name="T11" fmla="*/ 235 h 266"/>
                <a:gd name="T12" fmla="*/ 151 w 301"/>
                <a:gd name="T13" fmla="*/ 266 h 266"/>
                <a:gd name="T14" fmla="*/ 301 w 301"/>
                <a:gd name="T15" fmla="*/ 235 h 266"/>
                <a:gd name="T16" fmla="*/ 301 w 301"/>
                <a:gd name="T17" fmla="*/ 235 h 266"/>
                <a:gd name="T18" fmla="*/ 301 w 301"/>
                <a:gd name="T19" fmla="*/ 144 h 266"/>
                <a:gd name="T20" fmla="*/ 201 w 301"/>
                <a:gd name="T21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01" h="266">
                  <a:moveTo>
                    <a:pt x="201" y="0"/>
                  </a:moveTo>
                  <a:cubicBezTo>
                    <a:pt x="151" y="67"/>
                    <a:pt x="151" y="67"/>
                    <a:pt x="151" y="67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42" y="21"/>
                    <a:pt x="0" y="78"/>
                    <a:pt x="0" y="144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3" y="252"/>
                    <a:pt x="69" y="266"/>
                    <a:pt x="151" y="266"/>
                  </a:cubicBezTo>
                  <a:cubicBezTo>
                    <a:pt x="232" y="266"/>
                    <a:pt x="298" y="252"/>
                    <a:pt x="301" y="235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301" y="144"/>
                    <a:pt x="301" y="144"/>
                    <a:pt x="301" y="144"/>
                  </a:cubicBezTo>
                  <a:cubicBezTo>
                    <a:pt x="301" y="78"/>
                    <a:pt x="259" y="21"/>
                    <a:pt x="201" y="0"/>
                  </a:cubicBezTo>
                  <a:close/>
                </a:path>
              </a:pathLst>
            </a:custGeom>
            <a:solidFill>
              <a:srgbClr val="FFA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6" name="Freeform 20"/>
            <p:cNvSpPr/>
            <p:nvPr/>
          </p:nvSpPr>
          <p:spPr bwMode="auto">
            <a:xfrm>
              <a:off x="5900738" y="1319213"/>
              <a:ext cx="85725" cy="50800"/>
            </a:xfrm>
            <a:custGeom>
              <a:avLst/>
              <a:gdLst>
                <a:gd name="T0" fmla="*/ 30 w 30"/>
                <a:gd name="T1" fmla="*/ 1 h 18"/>
                <a:gd name="T2" fmla="*/ 15 w 30"/>
                <a:gd name="T3" fmla="*/ 0 h 18"/>
                <a:gd name="T4" fmla="*/ 1 w 30"/>
                <a:gd name="T5" fmla="*/ 1 h 18"/>
                <a:gd name="T6" fmla="*/ 7 w 30"/>
                <a:gd name="T7" fmla="*/ 18 h 18"/>
                <a:gd name="T8" fmla="*/ 24 w 30"/>
                <a:gd name="T9" fmla="*/ 18 h 18"/>
                <a:gd name="T10" fmla="*/ 30 w 30"/>
                <a:gd name="T11" fmla="*/ 1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8">
                  <a:moveTo>
                    <a:pt x="30" y="1"/>
                  </a:moveTo>
                  <a:cubicBezTo>
                    <a:pt x="25" y="0"/>
                    <a:pt x="20" y="0"/>
                    <a:pt x="15" y="0"/>
                  </a:cubicBezTo>
                  <a:cubicBezTo>
                    <a:pt x="10" y="0"/>
                    <a:pt x="6" y="0"/>
                    <a:pt x="1" y="1"/>
                  </a:cubicBezTo>
                  <a:cubicBezTo>
                    <a:pt x="1" y="1"/>
                    <a:pt x="0" y="11"/>
                    <a:pt x="7" y="18"/>
                  </a:cubicBezTo>
                  <a:cubicBezTo>
                    <a:pt x="7" y="18"/>
                    <a:pt x="18" y="18"/>
                    <a:pt x="24" y="18"/>
                  </a:cubicBezTo>
                  <a:cubicBezTo>
                    <a:pt x="24" y="18"/>
                    <a:pt x="30" y="12"/>
                    <a:pt x="30" y="1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7" name="Freeform 21"/>
            <p:cNvSpPr/>
            <p:nvPr/>
          </p:nvSpPr>
          <p:spPr bwMode="auto">
            <a:xfrm>
              <a:off x="5894388" y="1377951"/>
              <a:ext cx="95250" cy="130175"/>
            </a:xfrm>
            <a:custGeom>
              <a:avLst/>
              <a:gdLst>
                <a:gd name="T0" fmla="*/ 15 w 60"/>
                <a:gd name="T1" fmla="*/ 0 h 82"/>
                <a:gd name="T2" fmla="*/ 47 w 60"/>
                <a:gd name="T3" fmla="*/ 0 h 82"/>
                <a:gd name="T4" fmla="*/ 60 w 60"/>
                <a:gd name="T5" fmla="*/ 47 h 82"/>
                <a:gd name="T6" fmla="*/ 31 w 60"/>
                <a:gd name="T7" fmla="*/ 82 h 82"/>
                <a:gd name="T8" fmla="*/ 0 w 60"/>
                <a:gd name="T9" fmla="*/ 47 h 82"/>
                <a:gd name="T10" fmla="*/ 15 w 60"/>
                <a:gd name="T11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82">
                  <a:moveTo>
                    <a:pt x="15" y="0"/>
                  </a:moveTo>
                  <a:lnTo>
                    <a:pt x="47" y="0"/>
                  </a:lnTo>
                  <a:lnTo>
                    <a:pt x="60" y="47"/>
                  </a:lnTo>
                  <a:lnTo>
                    <a:pt x="31" y="82"/>
                  </a:lnTo>
                  <a:lnTo>
                    <a:pt x="0" y="47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8" name="Freeform 22"/>
            <p:cNvSpPr/>
            <p:nvPr/>
          </p:nvSpPr>
          <p:spPr bwMode="auto">
            <a:xfrm>
              <a:off x="5432425" y="1427163"/>
              <a:ext cx="71438" cy="96838"/>
            </a:xfrm>
            <a:custGeom>
              <a:avLst/>
              <a:gdLst>
                <a:gd name="T0" fmla="*/ 23 w 45"/>
                <a:gd name="T1" fmla="*/ 61 h 61"/>
                <a:gd name="T2" fmla="*/ 45 w 45"/>
                <a:gd name="T3" fmla="*/ 34 h 61"/>
                <a:gd name="T4" fmla="*/ 34 w 45"/>
                <a:gd name="T5" fmla="*/ 0 h 61"/>
                <a:gd name="T6" fmla="*/ 11 w 45"/>
                <a:gd name="T7" fmla="*/ 0 h 61"/>
                <a:gd name="T8" fmla="*/ 0 w 45"/>
                <a:gd name="T9" fmla="*/ 34 h 61"/>
                <a:gd name="T10" fmla="*/ 23 w 45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61">
                  <a:moveTo>
                    <a:pt x="23" y="61"/>
                  </a:moveTo>
                  <a:lnTo>
                    <a:pt x="45" y="34"/>
                  </a:lnTo>
                  <a:lnTo>
                    <a:pt x="34" y="0"/>
                  </a:lnTo>
                  <a:lnTo>
                    <a:pt x="11" y="0"/>
                  </a:lnTo>
                  <a:lnTo>
                    <a:pt x="0" y="34"/>
                  </a:lnTo>
                  <a:lnTo>
                    <a:pt x="23" y="61"/>
                  </a:ln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69" name="Freeform 23"/>
            <p:cNvSpPr/>
            <p:nvPr/>
          </p:nvSpPr>
          <p:spPr bwMode="auto">
            <a:xfrm>
              <a:off x="5146675" y="1401763"/>
              <a:ext cx="465138" cy="568325"/>
            </a:xfrm>
            <a:custGeom>
              <a:avLst/>
              <a:gdLst>
                <a:gd name="T0" fmla="*/ 150 w 163"/>
                <a:gd name="T1" fmla="*/ 0 h 199"/>
                <a:gd name="T2" fmla="*/ 113 w 163"/>
                <a:gd name="T3" fmla="*/ 50 h 199"/>
                <a:gd name="T4" fmla="*/ 75 w 163"/>
                <a:gd name="T5" fmla="*/ 0 h 199"/>
                <a:gd name="T6" fmla="*/ 0 w 163"/>
                <a:gd name="T7" fmla="*/ 108 h 199"/>
                <a:gd name="T8" fmla="*/ 0 w 163"/>
                <a:gd name="T9" fmla="*/ 176 h 199"/>
                <a:gd name="T10" fmla="*/ 0 w 163"/>
                <a:gd name="T11" fmla="*/ 176 h 199"/>
                <a:gd name="T12" fmla="*/ 113 w 163"/>
                <a:gd name="T13" fmla="*/ 199 h 199"/>
                <a:gd name="T14" fmla="*/ 114 w 163"/>
                <a:gd name="T15" fmla="*/ 199 h 199"/>
                <a:gd name="T16" fmla="*/ 114 w 163"/>
                <a:gd name="T17" fmla="*/ 124 h 199"/>
                <a:gd name="T18" fmla="*/ 163 w 163"/>
                <a:gd name="T19" fmla="*/ 6 h 199"/>
                <a:gd name="T20" fmla="*/ 150 w 163"/>
                <a:gd name="T21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3" h="199">
                  <a:moveTo>
                    <a:pt x="150" y="0"/>
                  </a:moveTo>
                  <a:cubicBezTo>
                    <a:pt x="113" y="50"/>
                    <a:pt x="113" y="50"/>
                    <a:pt x="113" y="5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1" y="16"/>
                    <a:pt x="0" y="58"/>
                    <a:pt x="0" y="108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2" y="189"/>
                    <a:pt x="52" y="199"/>
                    <a:pt x="113" y="199"/>
                  </a:cubicBezTo>
                  <a:cubicBezTo>
                    <a:pt x="113" y="199"/>
                    <a:pt x="114" y="199"/>
                    <a:pt x="114" y="199"/>
                  </a:cubicBezTo>
                  <a:cubicBezTo>
                    <a:pt x="114" y="124"/>
                    <a:pt x="114" y="124"/>
                    <a:pt x="114" y="124"/>
                  </a:cubicBezTo>
                  <a:cubicBezTo>
                    <a:pt x="114" y="78"/>
                    <a:pt x="133" y="36"/>
                    <a:pt x="163" y="6"/>
                  </a:cubicBezTo>
                  <a:cubicBezTo>
                    <a:pt x="159" y="3"/>
                    <a:pt x="155" y="2"/>
                    <a:pt x="150" y="0"/>
                  </a:cubicBez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0" name="Freeform 24"/>
            <p:cNvSpPr/>
            <p:nvPr/>
          </p:nvSpPr>
          <p:spPr bwMode="auto">
            <a:xfrm>
              <a:off x="5438775" y="1381126"/>
              <a:ext cx="61913" cy="41275"/>
            </a:xfrm>
            <a:custGeom>
              <a:avLst/>
              <a:gdLst>
                <a:gd name="T0" fmla="*/ 18 w 22"/>
                <a:gd name="T1" fmla="*/ 14 h 14"/>
                <a:gd name="T2" fmla="*/ 22 w 22"/>
                <a:gd name="T3" fmla="*/ 1 h 14"/>
                <a:gd name="T4" fmla="*/ 11 w 22"/>
                <a:gd name="T5" fmla="*/ 0 h 14"/>
                <a:gd name="T6" fmla="*/ 0 w 22"/>
                <a:gd name="T7" fmla="*/ 1 h 14"/>
                <a:gd name="T8" fmla="*/ 5 w 22"/>
                <a:gd name="T9" fmla="*/ 14 h 14"/>
                <a:gd name="T10" fmla="*/ 18 w 22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4">
                  <a:moveTo>
                    <a:pt x="18" y="14"/>
                  </a:moveTo>
                  <a:cubicBezTo>
                    <a:pt x="18" y="14"/>
                    <a:pt x="22" y="9"/>
                    <a:pt x="22" y="1"/>
                  </a:cubicBezTo>
                  <a:cubicBezTo>
                    <a:pt x="18" y="0"/>
                    <a:pt x="15" y="0"/>
                    <a:pt x="11" y="0"/>
                  </a:cubicBezTo>
                  <a:cubicBezTo>
                    <a:pt x="7" y="0"/>
                    <a:pt x="4" y="0"/>
                    <a:pt x="0" y="1"/>
                  </a:cubicBezTo>
                  <a:cubicBezTo>
                    <a:pt x="0" y="1"/>
                    <a:pt x="0" y="8"/>
                    <a:pt x="5" y="14"/>
                  </a:cubicBezTo>
                  <a:cubicBezTo>
                    <a:pt x="5" y="14"/>
                    <a:pt x="13" y="14"/>
                    <a:pt x="18" y="14"/>
                  </a:cubicBez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1" name="Oval 25"/>
            <p:cNvSpPr>
              <a:spLocks noChangeArrowheads="1"/>
            </p:cNvSpPr>
            <p:nvPr/>
          </p:nvSpPr>
          <p:spPr bwMode="auto">
            <a:xfrm>
              <a:off x="5267325" y="966788"/>
              <a:ext cx="401638" cy="403225"/>
            </a:xfrm>
            <a:prstGeom prst="ellipse">
              <a:avLst/>
            </a:pr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2" name="Freeform 26"/>
            <p:cNvSpPr/>
            <p:nvPr/>
          </p:nvSpPr>
          <p:spPr bwMode="auto">
            <a:xfrm>
              <a:off x="6386513" y="1381126"/>
              <a:ext cx="61913" cy="41275"/>
            </a:xfrm>
            <a:custGeom>
              <a:avLst/>
              <a:gdLst>
                <a:gd name="T0" fmla="*/ 17 w 22"/>
                <a:gd name="T1" fmla="*/ 14 h 14"/>
                <a:gd name="T2" fmla="*/ 22 w 22"/>
                <a:gd name="T3" fmla="*/ 1 h 14"/>
                <a:gd name="T4" fmla="*/ 11 w 22"/>
                <a:gd name="T5" fmla="*/ 0 h 14"/>
                <a:gd name="T6" fmla="*/ 0 w 22"/>
                <a:gd name="T7" fmla="*/ 1 h 14"/>
                <a:gd name="T8" fmla="*/ 5 w 22"/>
                <a:gd name="T9" fmla="*/ 14 h 14"/>
                <a:gd name="T10" fmla="*/ 17 w 22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4">
                  <a:moveTo>
                    <a:pt x="17" y="14"/>
                  </a:moveTo>
                  <a:cubicBezTo>
                    <a:pt x="17" y="14"/>
                    <a:pt x="22" y="9"/>
                    <a:pt x="22" y="1"/>
                  </a:cubicBezTo>
                  <a:cubicBezTo>
                    <a:pt x="18" y="0"/>
                    <a:pt x="15" y="0"/>
                    <a:pt x="11" y="0"/>
                  </a:cubicBezTo>
                  <a:cubicBezTo>
                    <a:pt x="7" y="0"/>
                    <a:pt x="4" y="0"/>
                    <a:pt x="0" y="1"/>
                  </a:cubicBezTo>
                  <a:cubicBezTo>
                    <a:pt x="0" y="1"/>
                    <a:pt x="0" y="8"/>
                    <a:pt x="5" y="14"/>
                  </a:cubicBezTo>
                  <a:cubicBezTo>
                    <a:pt x="5" y="14"/>
                    <a:pt x="13" y="14"/>
                    <a:pt x="17" y="14"/>
                  </a:cubicBez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3" name="Freeform 27"/>
            <p:cNvSpPr/>
            <p:nvPr/>
          </p:nvSpPr>
          <p:spPr bwMode="auto">
            <a:xfrm>
              <a:off x="6380163" y="1427163"/>
              <a:ext cx="71438" cy="96838"/>
            </a:xfrm>
            <a:custGeom>
              <a:avLst/>
              <a:gdLst>
                <a:gd name="T0" fmla="*/ 24 w 45"/>
                <a:gd name="T1" fmla="*/ 61 h 61"/>
                <a:gd name="T2" fmla="*/ 45 w 45"/>
                <a:gd name="T3" fmla="*/ 34 h 61"/>
                <a:gd name="T4" fmla="*/ 34 w 45"/>
                <a:gd name="T5" fmla="*/ 0 h 61"/>
                <a:gd name="T6" fmla="*/ 11 w 45"/>
                <a:gd name="T7" fmla="*/ 0 h 61"/>
                <a:gd name="T8" fmla="*/ 0 w 45"/>
                <a:gd name="T9" fmla="*/ 34 h 61"/>
                <a:gd name="T10" fmla="*/ 24 w 45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61">
                  <a:moveTo>
                    <a:pt x="24" y="61"/>
                  </a:moveTo>
                  <a:lnTo>
                    <a:pt x="45" y="34"/>
                  </a:lnTo>
                  <a:lnTo>
                    <a:pt x="34" y="0"/>
                  </a:lnTo>
                  <a:lnTo>
                    <a:pt x="11" y="0"/>
                  </a:lnTo>
                  <a:lnTo>
                    <a:pt x="0" y="34"/>
                  </a:lnTo>
                  <a:lnTo>
                    <a:pt x="24" y="61"/>
                  </a:ln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4" name="Oval 28"/>
            <p:cNvSpPr>
              <a:spLocks noChangeArrowheads="1"/>
            </p:cNvSpPr>
            <p:nvPr/>
          </p:nvSpPr>
          <p:spPr bwMode="auto">
            <a:xfrm>
              <a:off x="6215063" y="966788"/>
              <a:ext cx="403225" cy="403225"/>
            </a:xfrm>
            <a:prstGeom prst="ellipse">
              <a:avLst/>
            </a:pr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  <p:sp>
          <p:nvSpPr>
            <p:cNvPr id="75" name="Freeform 29"/>
            <p:cNvSpPr/>
            <p:nvPr/>
          </p:nvSpPr>
          <p:spPr bwMode="auto">
            <a:xfrm>
              <a:off x="6272213" y="1401763"/>
              <a:ext cx="465138" cy="568325"/>
            </a:xfrm>
            <a:custGeom>
              <a:avLst/>
              <a:gdLst>
                <a:gd name="T0" fmla="*/ 88 w 163"/>
                <a:gd name="T1" fmla="*/ 0 h 199"/>
                <a:gd name="T2" fmla="*/ 51 w 163"/>
                <a:gd name="T3" fmla="*/ 50 h 199"/>
                <a:gd name="T4" fmla="*/ 13 w 163"/>
                <a:gd name="T5" fmla="*/ 0 h 199"/>
                <a:gd name="T6" fmla="*/ 0 w 163"/>
                <a:gd name="T7" fmla="*/ 6 h 199"/>
                <a:gd name="T8" fmla="*/ 49 w 163"/>
                <a:gd name="T9" fmla="*/ 124 h 199"/>
                <a:gd name="T10" fmla="*/ 49 w 163"/>
                <a:gd name="T11" fmla="*/ 199 h 199"/>
                <a:gd name="T12" fmla="*/ 51 w 163"/>
                <a:gd name="T13" fmla="*/ 199 h 199"/>
                <a:gd name="T14" fmla="*/ 163 w 163"/>
                <a:gd name="T15" fmla="*/ 176 h 199"/>
                <a:gd name="T16" fmla="*/ 163 w 163"/>
                <a:gd name="T17" fmla="*/ 176 h 199"/>
                <a:gd name="T18" fmla="*/ 163 w 163"/>
                <a:gd name="T19" fmla="*/ 108 h 199"/>
                <a:gd name="T20" fmla="*/ 88 w 163"/>
                <a:gd name="T21" fmla="*/ 0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3" h="199">
                  <a:moveTo>
                    <a:pt x="88" y="0"/>
                  </a:moveTo>
                  <a:cubicBezTo>
                    <a:pt x="51" y="50"/>
                    <a:pt x="51" y="50"/>
                    <a:pt x="51" y="5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2"/>
                    <a:pt x="4" y="3"/>
                    <a:pt x="0" y="6"/>
                  </a:cubicBezTo>
                  <a:cubicBezTo>
                    <a:pt x="30" y="36"/>
                    <a:pt x="49" y="78"/>
                    <a:pt x="49" y="124"/>
                  </a:cubicBezTo>
                  <a:cubicBezTo>
                    <a:pt x="49" y="199"/>
                    <a:pt x="49" y="199"/>
                    <a:pt x="49" y="199"/>
                  </a:cubicBezTo>
                  <a:cubicBezTo>
                    <a:pt x="50" y="199"/>
                    <a:pt x="50" y="199"/>
                    <a:pt x="51" y="199"/>
                  </a:cubicBezTo>
                  <a:cubicBezTo>
                    <a:pt x="112" y="199"/>
                    <a:pt x="161" y="189"/>
                    <a:pt x="163" y="176"/>
                  </a:cubicBezTo>
                  <a:cubicBezTo>
                    <a:pt x="163" y="176"/>
                    <a:pt x="163" y="176"/>
                    <a:pt x="163" y="176"/>
                  </a:cubicBezTo>
                  <a:cubicBezTo>
                    <a:pt x="163" y="108"/>
                    <a:pt x="163" y="108"/>
                    <a:pt x="163" y="108"/>
                  </a:cubicBezTo>
                  <a:cubicBezTo>
                    <a:pt x="163" y="58"/>
                    <a:pt x="132" y="16"/>
                    <a:pt x="88" y="0"/>
                  </a:cubicBez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 b="1"/>
            </a:p>
          </p:txBody>
        </p:sp>
      </p:grpSp>
      <p:sp>
        <p:nvSpPr>
          <p:cNvPr id="7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156864" y="2165479"/>
            <a:ext cx="459688" cy="679389"/>
          </a:xfrm>
        </p:spPr>
        <p:txBody>
          <a:bodyPr>
            <a:noAutofit/>
          </a:bodyPr>
          <a:lstStyle>
            <a:lvl1pPr marL="0" indent="0">
              <a:buNone/>
              <a:def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dirty="0"/>
              <a:t>第</a:t>
            </a:r>
            <a:endParaRPr lang="en-US" dirty="0"/>
          </a:p>
        </p:txBody>
      </p:sp>
      <p:sp>
        <p:nvSpPr>
          <p:cNvPr id="78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5772089" y="1835597"/>
            <a:ext cx="731080" cy="987432"/>
          </a:xfrm>
        </p:spPr>
        <p:txBody>
          <a:bodyPr>
            <a:noAutofit/>
          </a:bodyPr>
          <a:lstStyle>
            <a:lvl1pPr marL="0" indent="0">
              <a:buNone/>
              <a:defRPr lang="en-US" sz="5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79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6630947" y="2161839"/>
            <a:ext cx="459688" cy="679389"/>
          </a:xfrm>
        </p:spPr>
        <p:txBody>
          <a:bodyPr>
            <a:noAutofit/>
          </a:bodyPr>
          <a:lstStyle>
            <a:lvl1pPr marL="0" indent="0">
              <a:buNone/>
              <a:def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dirty="0"/>
              <a:t>章</a:t>
            </a:r>
            <a:endParaRPr lang="en-US" dirty="0"/>
          </a:p>
        </p:txBody>
      </p:sp>
      <p:sp>
        <p:nvSpPr>
          <p:cNvPr id="8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5049893" y="3107080"/>
            <a:ext cx="2235430" cy="987432"/>
          </a:xfrm>
        </p:spPr>
        <p:txBody>
          <a:bodyPr>
            <a:noAutofit/>
          </a:bodyPr>
          <a:lstStyle>
            <a:lvl1pPr marL="0" indent="0" algn="ctr">
              <a:buNone/>
              <a:defRPr lang="en-US" sz="4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dirty="0"/>
              <a:t>课题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4872" y="3090"/>
            <a:ext cx="4550669" cy="6823538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-20236" y="794"/>
            <a:ext cx="4566033" cy="6854116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4745355" algn="l"/>
              </a:tabLst>
            </a:pPr>
            <a:endParaRPr lang="zh-CN" altLang="en-US" sz="1800" b="1" dirty="0">
              <a:solidFill>
                <a:srgbClr val="55B2A0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73330" y="2896664"/>
            <a:ext cx="20449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</a:p>
        </p:txBody>
      </p:sp>
      <p:sp>
        <p:nvSpPr>
          <p:cNvPr id="6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980295" y="1675926"/>
            <a:ext cx="7235194" cy="679389"/>
          </a:xfrm>
        </p:spPr>
        <p:txBody>
          <a:bodyPr>
            <a:noAutofit/>
          </a:bodyPr>
          <a:lstStyle>
            <a:lvl1pPr marL="0" indent="0">
              <a:buNone/>
              <a:def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dirty="0"/>
              <a:t>1.2 </a:t>
            </a:r>
            <a:r>
              <a:rPr lang="zh-CN" altLang="en-US" dirty="0"/>
              <a:t>第二部分</a:t>
            </a:r>
            <a:endParaRPr lang="en-US" dirty="0"/>
          </a:p>
        </p:txBody>
      </p:sp>
      <p:sp>
        <p:nvSpPr>
          <p:cNvPr id="70" name="Content Placeholder 3"/>
          <p:cNvSpPr>
            <a:spLocks noGrp="1"/>
          </p:cNvSpPr>
          <p:nvPr>
            <p:ph sz="half" idx="10" hasCustomPrompt="1"/>
          </p:nvPr>
        </p:nvSpPr>
        <p:spPr>
          <a:xfrm>
            <a:off x="4980295" y="2527002"/>
            <a:ext cx="7235194" cy="679389"/>
          </a:xfrm>
        </p:spPr>
        <p:txBody>
          <a:bodyPr>
            <a:noAutofit/>
          </a:bodyPr>
          <a:lstStyle>
            <a:lvl1pPr marL="0" indent="0">
              <a:buNone/>
              <a:def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dirty="0"/>
              <a:t>1.3 </a:t>
            </a:r>
            <a:r>
              <a:rPr lang="zh-CN" altLang="en-US" dirty="0"/>
              <a:t>第三部分</a:t>
            </a:r>
            <a:endParaRPr lang="en-US" dirty="0"/>
          </a:p>
        </p:txBody>
      </p:sp>
      <p:sp>
        <p:nvSpPr>
          <p:cNvPr id="71" name="Content Placeholder 3"/>
          <p:cNvSpPr>
            <a:spLocks noGrp="1"/>
          </p:cNvSpPr>
          <p:nvPr>
            <p:ph sz="half" idx="11" hasCustomPrompt="1"/>
          </p:nvPr>
        </p:nvSpPr>
        <p:spPr>
          <a:xfrm>
            <a:off x="4980295" y="3398898"/>
            <a:ext cx="7235194" cy="679389"/>
          </a:xfrm>
        </p:spPr>
        <p:txBody>
          <a:bodyPr>
            <a:noAutofit/>
          </a:bodyPr>
          <a:lstStyle>
            <a:lvl1pPr marL="0" indent="0">
              <a:buNone/>
              <a:def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dirty="0"/>
              <a:t>1.4 </a:t>
            </a:r>
            <a:r>
              <a:rPr lang="zh-CN" altLang="en-US" dirty="0"/>
              <a:t>第四部分</a:t>
            </a:r>
            <a:endParaRPr lang="en-US" dirty="0"/>
          </a:p>
        </p:txBody>
      </p:sp>
      <p:sp>
        <p:nvSpPr>
          <p:cNvPr id="72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4968762" y="4281341"/>
            <a:ext cx="7235194" cy="679389"/>
          </a:xfrm>
        </p:spPr>
        <p:txBody>
          <a:bodyPr>
            <a:noAutofit/>
          </a:bodyPr>
          <a:lstStyle>
            <a:lvl1pPr marL="0" indent="0">
              <a:buNone/>
              <a:def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73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4943721" y="708679"/>
            <a:ext cx="7235194" cy="679389"/>
          </a:xfrm>
        </p:spPr>
        <p:txBody>
          <a:bodyPr>
            <a:noAutofit/>
          </a:bodyPr>
          <a:lstStyle>
            <a:lvl1pPr marL="0" indent="0">
              <a:buNone/>
              <a:defRPr lang="en-US" sz="3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dirty="0"/>
              <a:t>1.1 </a:t>
            </a:r>
            <a:r>
              <a:rPr lang="zh-CN" altLang="en-US" dirty="0"/>
              <a:t>第一部分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itle 1"/>
          <p:cNvSpPr txBox="1"/>
          <p:nvPr userDrawn="1"/>
        </p:nvSpPr>
        <p:spPr>
          <a:xfrm>
            <a:off x="789204" y="1496422"/>
            <a:ext cx="10363200" cy="1960033"/>
          </a:xfrm>
          <a:prstGeom prst="rect">
            <a:avLst/>
          </a:prstGeom>
        </p:spPr>
        <p:txBody>
          <a:bodyPr vert="horz" lIns="121889" tIns="60944" rIns="121889" bIns="60944" rtlCol="0" anchor="ctr">
            <a:norm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sz="3600" dirty="0"/>
              <a:t>Click to edit Master title style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828801" y="3962277"/>
            <a:ext cx="85344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10160001" y="5714471"/>
            <a:ext cx="1878031" cy="1065838"/>
            <a:chOff x="9675584" y="5175723"/>
            <a:chExt cx="1877787" cy="1129564"/>
          </a:xfrm>
        </p:grpSpPr>
        <p:sp>
          <p:nvSpPr>
            <p:cNvPr id="6" name="矩形 5"/>
            <p:cNvSpPr/>
            <p:nvPr/>
          </p:nvSpPr>
          <p:spPr>
            <a:xfrm>
              <a:off x="11286669" y="5640179"/>
              <a:ext cx="266702" cy="661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7" name="矩形 6"/>
            <p:cNvSpPr/>
            <p:nvPr/>
          </p:nvSpPr>
          <p:spPr>
            <a:xfrm>
              <a:off x="10642146" y="5828865"/>
              <a:ext cx="266702" cy="4764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8" name="矩形 7"/>
            <p:cNvSpPr/>
            <p:nvPr/>
          </p:nvSpPr>
          <p:spPr>
            <a:xfrm>
              <a:off x="10241641" y="5175723"/>
              <a:ext cx="266702" cy="112956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9" name="矩形 8"/>
            <p:cNvSpPr/>
            <p:nvPr/>
          </p:nvSpPr>
          <p:spPr>
            <a:xfrm>
              <a:off x="9675584" y="5974341"/>
              <a:ext cx="266702" cy="33094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862" y="1473442"/>
            <a:ext cx="10243799" cy="475267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10128973" y="5609822"/>
            <a:ext cx="1878031" cy="1065838"/>
            <a:chOff x="9675584" y="5175723"/>
            <a:chExt cx="1877787" cy="1129564"/>
          </a:xfrm>
        </p:grpSpPr>
        <p:sp>
          <p:nvSpPr>
            <p:cNvPr id="5" name="矩形 4"/>
            <p:cNvSpPr/>
            <p:nvPr/>
          </p:nvSpPr>
          <p:spPr>
            <a:xfrm>
              <a:off x="11286669" y="5640179"/>
              <a:ext cx="266702" cy="661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6" name="矩形 5"/>
            <p:cNvSpPr/>
            <p:nvPr/>
          </p:nvSpPr>
          <p:spPr>
            <a:xfrm>
              <a:off x="10642146" y="5828865"/>
              <a:ext cx="266702" cy="4764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7" name="矩形 6"/>
            <p:cNvSpPr/>
            <p:nvPr/>
          </p:nvSpPr>
          <p:spPr>
            <a:xfrm>
              <a:off x="10241641" y="5175723"/>
              <a:ext cx="266702" cy="112956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8" name="矩形 7"/>
            <p:cNvSpPr/>
            <p:nvPr/>
          </p:nvSpPr>
          <p:spPr>
            <a:xfrm>
              <a:off x="9675584" y="5974341"/>
              <a:ext cx="266702" cy="33094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862" y="1473442"/>
            <a:ext cx="10243799" cy="475267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itle 1"/>
          <p:cNvSpPr txBox="1"/>
          <p:nvPr userDrawn="1"/>
        </p:nvSpPr>
        <p:spPr>
          <a:xfrm>
            <a:off x="914399" y="3753238"/>
            <a:ext cx="10363200" cy="1816100"/>
          </a:xfrm>
          <a:prstGeom prst="rect">
            <a:avLst/>
          </a:prstGeom>
        </p:spPr>
        <p:txBody>
          <a:bodyPr vert="horz" lIns="121889" tIns="60944" rIns="121889" bIns="60944" rtlCol="0" anchor="t">
            <a:normAutofit/>
          </a:bodyPr>
          <a:lstStyle>
            <a:lvl1pPr algn="l" defTabSz="1219200" rtl="0" eaLnBrk="1" latinLnBrk="0" hangingPunct="1">
              <a:spcBef>
                <a:spcPct val="0"/>
              </a:spcBef>
              <a:buNone/>
              <a:defRPr sz="5300" b="1" kern="1200" cap="all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sz="5300"/>
              <a:t>Click to edit Master title style</a:t>
            </a:r>
            <a:endParaRPr lang="en-US" sz="5300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914399" y="1752988"/>
            <a:ext cx="10363200" cy="2000249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1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3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593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3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9854223" y="5497494"/>
            <a:ext cx="1878031" cy="1065838"/>
            <a:chOff x="9675584" y="5175723"/>
            <a:chExt cx="1877787" cy="1129564"/>
          </a:xfrm>
        </p:grpSpPr>
        <p:sp>
          <p:nvSpPr>
            <p:cNvPr id="6" name="矩形 5"/>
            <p:cNvSpPr/>
            <p:nvPr/>
          </p:nvSpPr>
          <p:spPr>
            <a:xfrm>
              <a:off x="11286669" y="5640179"/>
              <a:ext cx="266702" cy="661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7" name="矩形 6"/>
            <p:cNvSpPr/>
            <p:nvPr/>
          </p:nvSpPr>
          <p:spPr>
            <a:xfrm>
              <a:off x="10642146" y="5828865"/>
              <a:ext cx="266702" cy="4764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8" name="矩形 7"/>
            <p:cNvSpPr/>
            <p:nvPr/>
          </p:nvSpPr>
          <p:spPr>
            <a:xfrm>
              <a:off x="10241641" y="5175723"/>
              <a:ext cx="266702" cy="112956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9" name="矩形 8"/>
            <p:cNvSpPr/>
            <p:nvPr/>
          </p:nvSpPr>
          <p:spPr>
            <a:xfrm>
              <a:off x="9675584" y="5974341"/>
              <a:ext cx="266702" cy="33094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5422" y="2210082"/>
            <a:ext cx="5236315" cy="395573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矩形 3"/>
          <p:cNvSpPr/>
          <p:nvPr userDrawn="1"/>
        </p:nvSpPr>
        <p:spPr>
          <a:xfrm rot="5400000">
            <a:off x="3631914" y="3787039"/>
            <a:ext cx="4711518" cy="46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="1"/>
          </a:p>
        </p:txBody>
      </p:sp>
      <p:sp>
        <p:nvSpPr>
          <p:cNvPr id="5" name="Freeform 3"/>
          <p:cNvSpPr/>
          <p:nvPr userDrawn="1"/>
        </p:nvSpPr>
        <p:spPr>
          <a:xfrm>
            <a:off x="304046" y="1478413"/>
            <a:ext cx="5257690" cy="543168"/>
          </a:xfrm>
          <a:custGeom>
            <a:avLst/>
            <a:gdLst>
              <a:gd name="connsiteX0" fmla="*/ 0 w 9144000"/>
              <a:gd name="connsiteY0" fmla="*/ 376428 h 376428"/>
              <a:gd name="connsiteX1" fmla="*/ 9144000 w 9144000"/>
              <a:gd name="connsiteY1" fmla="*/ 376428 h 376428"/>
              <a:gd name="connsiteX2" fmla="*/ 9144000 w 9144000"/>
              <a:gd name="connsiteY2" fmla="*/ 0 h 376428"/>
              <a:gd name="connsiteX3" fmla="*/ 0 w 9144000"/>
              <a:gd name="connsiteY3" fmla="*/ 0 h 376428"/>
              <a:gd name="connsiteX4" fmla="*/ 0 w 9144000"/>
              <a:gd name="connsiteY4" fmla="*/ 376428 h 37642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76428">
                <a:moveTo>
                  <a:pt x="0" y="376428"/>
                </a:moveTo>
                <a:lnTo>
                  <a:pt x="9144000" y="376428"/>
                </a:lnTo>
                <a:lnTo>
                  <a:pt x="9144000" y="0"/>
                </a:lnTo>
                <a:lnTo>
                  <a:pt x="0" y="0"/>
                </a:lnTo>
                <a:lnTo>
                  <a:pt x="0" y="376428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9" tIns="60944" rIns="121889" bIns="60944" rtlCol="0" anchor="ctr"/>
          <a:lstStyle/>
          <a:p>
            <a:pPr algn="ctr"/>
            <a:endParaRPr lang="zh-CN" altLang="en-US" sz="1800" b="1" dirty="0"/>
          </a:p>
        </p:txBody>
      </p:sp>
      <p:sp>
        <p:nvSpPr>
          <p:cNvPr id="6" name="Freeform 3"/>
          <p:cNvSpPr/>
          <p:nvPr userDrawn="1"/>
        </p:nvSpPr>
        <p:spPr>
          <a:xfrm>
            <a:off x="6324629" y="1478413"/>
            <a:ext cx="5257690" cy="543168"/>
          </a:xfrm>
          <a:custGeom>
            <a:avLst/>
            <a:gdLst>
              <a:gd name="connsiteX0" fmla="*/ 0 w 9144000"/>
              <a:gd name="connsiteY0" fmla="*/ 376428 h 376428"/>
              <a:gd name="connsiteX1" fmla="*/ 9144000 w 9144000"/>
              <a:gd name="connsiteY1" fmla="*/ 376428 h 376428"/>
              <a:gd name="connsiteX2" fmla="*/ 9144000 w 9144000"/>
              <a:gd name="connsiteY2" fmla="*/ 0 h 376428"/>
              <a:gd name="connsiteX3" fmla="*/ 0 w 9144000"/>
              <a:gd name="connsiteY3" fmla="*/ 0 h 376428"/>
              <a:gd name="connsiteX4" fmla="*/ 0 w 9144000"/>
              <a:gd name="connsiteY4" fmla="*/ 376428 h 37642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76428">
                <a:moveTo>
                  <a:pt x="0" y="376428"/>
                </a:moveTo>
                <a:lnTo>
                  <a:pt x="9144000" y="376428"/>
                </a:lnTo>
                <a:lnTo>
                  <a:pt x="9144000" y="0"/>
                </a:lnTo>
                <a:lnTo>
                  <a:pt x="0" y="0"/>
                </a:lnTo>
                <a:lnTo>
                  <a:pt x="0" y="376428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accent1">
                <a:lumMod val="40000"/>
                <a:lumOff val="60000"/>
                <a:alpha val="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9" tIns="60944" rIns="121889" bIns="60944" rtlCol="0" anchor="ctr"/>
          <a:lstStyle/>
          <a:p>
            <a:pPr algn="ctr"/>
            <a:endParaRPr lang="zh-CN" altLang="en-US" sz="1800" b="1"/>
          </a:p>
        </p:txBody>
      </p:sp>
      <p:sp>
        <p:nvSpPr>
          <p:cNvPr id="7" name="Content Placeholder 2"/>
          <p:cNvSpPr>
            <a:spLocks noGrp="1"/>
          </p:cNvSpPr>
          <p:nvPr>
            <p:ph sz="half" idx="13"/>
          </p:nvPr>
        </p:nvSpPr>
        <p:spPr>
          <a:xfrm>
            <a:off x="6357682" y="2212261"/>
            <a:ext cx="5236315" cy="395573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1338" y="1269260"/>
            <a:ext cx="4669781" cy="853016"/>
          </a:xfrm>
        </p:spPr>
        <p:txBody>
          <a:bodyPr anchor="b">
            <a:noAutofit/>
          </a:bodyPr>
          <a:lstStyle>
            <a:lvl1pPr marL="0" indent="0">
              <a:buNone/>
              <a:defRPr sz="3200" b="1">
                <a:solidFill>
                  <a:schemeClr val="tx1"/>
                </a:solidFill>
              </a:defRPr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765" indent="0">
              <a:buNone/>
              <a:defRPr sz="2100" b="1"/>
            </a:lvl5pPr>
            <a:lvl6pPr marL="3047365" indent="0">
              <a:buNone/>
              <a:defRPr sz="2100" b="1"/>
            </a:lvl6pPr>
            <a:lvl7pPr marL="3656965" indent="0">
              <a:buNone/>
              <a:defRPr sz="2100" b="1"/>
            </a:lvl7pPr>
            <a:lvl8pPr marL="4265930" indent="0">
              <a:buNone/>
              <a:defRPr sz="2100" b="1"/>
            </a:lvl8pPr>
            <a:lvl9pPr marL="4875530" indent="0">
              <a:buNone/>
              <a:defRPr sz="21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2675" y="2252451"/>
            <a:ext cx="5386917" cy="413568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58099" y="1288242"/>
            <a:ext cx="4626934" cy="853016"/>
          </a:xfrm>
        </p:spPr>
        <p:txBody>
          <a:bodyPr anchor="b">
            <a:noAutofit/>
          </a:bodyPr>
          <a:lstStyle>
            <a:lvl1pPr marL="0" indent="0">
              <a:buNone/>
              <a:defRPr sz="3200" b="1">
                <a:solidFill>
                  <a:schemeClr val="tx1"/>
                </a:solidFill>
              </a:defRPr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165" indent="0">
              <a:buNone/>
              <a:defRPr sz="2100" b="1"/>
            </a:lvl4pPr>
            <a:lvl5pPr marL="2437765" indent="0">
              <a:buNone/>
              <a:defRPr sz="2100" b="1"/>
            </a:lvl5pPr>
            <a:lvl6pPr marL="3047365" indent="0">
              <a:buNone/>
              <a:defRPr sz="2100" b="1"/>
            </a:lvl6pPr>
            <a:lvl7pPr marL="3656965" indent="0">
              <a:buNone/>
              <a:defRPr sz="2100" b="1"/>
            </a:lvl7pPr>
            <a:lvl8pPr marL="4265930" indent="0">
              <a:buNone/>
              <a:defRPr sz="2100" b="1"/>
            </a:lvl8pPr>
            <a:lvl9pPr marL="4875530" indent="0">
              <a:buNone/>
              <a:defRPr sz="21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496185" y="1384947"/>
            <a:ext cx="622650" cy="622429"/>
            <a:chOff x="925975" y="3363269"/>
            <a:chExt cx="899446" cy="899451"/>
          </a:xfrm>
        </p:grpSpPr>
        <p:sp>
          <p:nvSpPr>
            <p:cNvPr id="8" name="Oval 173"/>
            <p:cNvSpPr>
              <a:spLocks noChangeArrowheads="1"/>
            </p:cNvSpPr>
            <p:nvPr/>
          </p:nvSpPr>
          <p:spPr bwMode="auto">
            <a:xfrm>
              <a:off x="925975" y="3363269"/>
              <a:ext cx="899446" cy="899451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b="1"/>
            </a:p>
          </p:txBody>
        </p:sp>
        <p:sp>
          <p:nvSpPr>
            <p:cNvPr id="9" name="Oval 174"/>
            <p:cNvSpPr>
              <a:spLocks noChangeArrowheads="1"/>
            </p:cNvSpPr>
            <p:nvPr/>
          </p:nvSpPr>
          <p:spPr bwMode="auto">
            <a:xfrm>
              <a:off x="976750" y="3414044"/>
              <a:ext cx="797896" cy="794274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b="1"/>
            </a:p>
          </p:txBody>
        </p:sp>
        <p:sp>
          <p:nvSpPr>
            <p:cNvPr id="10" name="Freeform 176"/>
            <p:cNvSpPr>
              <a:spLocks noEditPoints="1"/>
            </p:cNvSpPr>
            <p:nvPr/>
          </p:nvSpPr>
          <p:spPr bwMode="auto">
            <a:xfrm>
              <a:off x="1071047" y="3508342"/>
              <a:ext cx="591168" cy="591172"/>
            </a:xfrm>
            <a:custGeom>
              <a:avLst/>
              <a:gdLst>
                <a:gd name="T0" fmla="*/ 46 w 69"/>
                <a:gd name="T1" fmla="*/ 15 h 69"/>
                <a:gd name="T2" fmla="*/ 46 w 69"/>
                <a:gd name="T3" fmla="*/ 33 h 69"/>
                <a:gd name="T4" fmla="*/ 55 w 69"/>
                <a:gd name="T5" fmla="*/ 24 h 69"/>
                <a:gd name="T6" fmla="*/ 46 w 69"/>
                <a:gd name="T7" fmla="*/ 15 h 69"/>
                <a:gd name="T8" fmla="*/ 60 w 69"/>
                <a:gd name="T9" fmla="*/ 8 h 69"/>
                <a:gd name="T10" fmla="*/ 29 w 69"/>
                <a:gd name="T11" fmla="*/ 8 h 69"/>
                <a:gd name="T12" fmla="*/ 26 w 69"/>
                <a:gd name="T13" fmla="*/ 36 h 69"/>
                <a:gd name="T14" fmla="*/ 20 w 69"/>
                <a:gd name="T15" fmla="*/ 42 h 69"/>
                <a:gd name="T16" fmla="*/ 27 w 69"/>
                <a:gd name="T17" fmla="*/ 49 h 69"/>
                <a:gd name="T18" fmla="*/ 33 w 69"/>
                <a:gd name="T19" fmla="*/ 43 h 69"/>
                <a:gd name="T20" fmla="*/ 60 w 69"/>
                <a:gd name="T21" fmla="*/ 40 h 69"/>
                <a:gd name="T22" fmla="*/ 60 w 69"/>
                <a:gd name="T23" fmla="*/ 8 h 69"/>
                <a:gd name="T24" fmla="*/ 34 w 69"/>
                <a:gd name="T25" fmla="*/ 35 h 69"/>
                <a:gd name="T26" fmla="*/ 34 w 69"/>
                <a:gd name="T27" fmla="*/ 13 h 69"/>
                <a:gd name="T28" fmla="*/ 55 w 69"/>
                <a:gd name="T29" fmla="*/ 13 h 69"/>
                <a:gd name="T30" fmla="*/ 55 w 69"/>
                <a:gd name="T31" fmla="*/ 35 h 69"/>
                <a:gd name="T32" fmla="*/ 34 w 69"/>
                <a:gd name="T33" fmla="*/ 35 h 69"/>
                <a:gd name="T34" fmla="*/ 17 w 69"/>
                <a:gd name="T35" fmla="*/ 42 h 69"/>
                <a:gd name="T36" fmla="*/ 0 w 69"/>
                <a:gd name="T37" fmla="*/ 58 h 69"/>
                <a:gd name="T38" fmla="*/ 11 w 69"/>
                <a:gd name="T39" fmla="*/ 69 h 69"/>
                <a:gd name="T40" fmla="*/ 27 w 69"/>
                <a:gd name="T41" fmla="*/ 52 h 69"/>
                <a:gd name="T42" fmla="*/ 17 w 69"/>
                <a:gd name="T43" fmla="*/ 4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9" h="69">
                  <a:moveTo>
                    <a:pt x="46" y="15"/>
                  </a:moveTo>
                  <a:cubicBezTo>
                    <a:pt x="50" y="20"/>
                    <a:pt x="52" y="25"/>
                    <a:pt x="46" y="33"/>
                  </a:cubicBezTo>
                  <a:cubicBezTo>
                    <a:pt x="51" y="33"/>
                    <a:pt x="55" y="29"/>
                    <a:pt x="55" y="24"/>
                  </a:cubicBezTo>
                  <a:cubicBezTo>
                    <a:pt x="55" y="19"/>
                    <a:pt x="51" y="15"/>
                    <a:pt x="46" y="15"/>
                  </a:cubicBezTo>
                  <a:close/>
                  <a:moveTo>
                    <a:pt x="60" y="8"/>
                  </a:moveTo>
                  <a:cubicBezTo>
                    <a:pt x="52" y="0"/>
                    <a:pt x="38" y="0"/>
                    <a:pt x="29" y="8"/>
                  </a:cubicBezTo>
                  <a:cubicBezTo>
                    <a:pt x="21" y="16"/>
                    <a:pt x="20" y="27"/>
                    <a:pt x="26" y="36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42" y="48"/>
                    <a:pt x="53" y="47"/>
                    <a:pt x="60" y="40"/>
                  </a:cubicBezTo>
                  <a:cubicBezTo>
                    <a:pt x="69" y="31"/>
                    <a:pt x="69" y="17"/>
                    <a:pt x="60" y="8"/>
                  </a:cubicBezTo>
                  <a:close/>
                  <a:moveTo>
                    <a:pt x="34" y="35"/>
                  </a:moveTo>
                  <a:cubicBezTo>
                    <a:pt x="28" y="29"/>
                    <a:pt x="28" y="19"/>
                    <a:pt x="34" y="13"/>
                  </a:cubicBezTo>
                  <a:cubicBezTo>
                    <a:pt x="40" y="7"/>
                    <a:pt x="49" y="7"/>
                    <a:pt x="55" y="13"/>
                  </a:cubicBezTo>
                  <a:cubicBezTo>
                    <a:pt x="61" y="19"/>
                    <a:pt x="61" y="29"/>
                    <a:pt x="55" y="35"/>
                  </a:cubicBezTo>
                  <a:cubicBezTo>
                    <a:pt x="49" y="41"/>
                    <a:pt x="40" y="41"/>
                    <a:pt x="34" y="35"/>
                  </a:cubicBezTo>
                  <a:close/>
                  <a:moveTo>
                    <a:pt x="17" y="42"/>
                  </a:moveTo>
                  <a:cubicBezTo>
                    <a:pt x="0" y="58"/>
                    <a:pt x="0" y="58"/>
                    <a:pt x="0" y="58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27" y="52"/>
                    <a:pt x="27" y="52"/>
                    <a:pt x="27" y="52"/>
                  </a:cubicBezTo>
                  <a:lnTo>
                    <a:pt x="17" y="42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b="1"/>
            </a:p>
          </p:txBody>
        </p:sp>
        <p:sp>
          <p:nvSpPr>
            <p:cNvPr id="11" name="Freeform 177"/>
            <p:cNvSpPr>
              <a:spLocks noEditPoints="1"/>
            </p:cNvSpPr>
            <p:nvPr/>
          </p:nvSpPr>
          <p:spPr bwMode="auto">
            <a:xfrm>
              <a:off x="1078301" y="3508342"/>
              <a:ext cx="546427" cy="553135"/>
            </a:xfrm>
            <a:custGeom>
              <a:avLst/>
              <a:gdLst>
                <a:gd name="T0" fmla="*/ 46 w 69"/>
                <a:gd name="T1" fmla="*/ 16 h 70"/>
                <a:gd name="T2" fmla="*/ 46 w 69"/>
                <a:gd name="T3" fmla="*/ 34 h 70"/>
                <a:gd name="T4" fmla="*/ 55 w 69"/>
                <a:gd name="T5" fmla="*/ 25 h 70"/>
                <a:gd name="T6" fmla="*/ 46 w 69"/>
                <a:gd name="T7" fmla="*/ 16 h 70"/>
                <a:gd name="T8" fmla="*/ 61 w 69"/>
                <a:gd name="T9" fmla="*/ 9 h 70"/>
                <a:gd name="T10" fmla="*/ 29 w 69"/>
                <a:gd name="T11" fmla="*/ 9 h 70"/>
                <a:gd name="T12" fmla="*/ 26 w 69"/>
                <a:gd name="T13" fmla="*/ 37 h 70"/>
                <a:gd name="T14" fmla="*/ 20 w 69"/>
                <a:gd name="T15" fmla="*/ 43 h 70"/>
                <a:gd name="T16" fmla="*/ 27 w 69"/>
                <a:gd name="T17" fmla="*/ 50 h 70"/>
                <a:gd name="T18" fmla="*/ 33 w 69"/>
                <a:gd name="T19" fmla="*/ 44 h 70"/>
                <a:gd name="T20" fmla="*/ 61 w 69"/>
                <a:gd name="T21" fmla="*/ 41 h 70"/>
                <a:gd name="T22" fmla="*/ 61 w 69"/>
                <a:gd name="T23" fmla="*/ 9 h 70"/>
                <a:gd name="T24" fmla="*/ 34 w 69"/>
                <a:gd name="T25" fmla="*/ 36 h 70"/>
                <a:gd name="T26" fmla="*/ 34 w 69"/>
                <a:gd name="T27" fmla="*/ 14 h 70"/>
                <a:gd name="T28" fmla="*/ 56 w 69"/>
                <a:gd name="T29" fmla="*/ 14 h 70"/>
                <a:gd name="T30" fmla="*/ 56 w 69"/>
                <a:gd name="T31" fmla="*/ 36 h 70"/>
                <a:gd name="T32" fmla="*/ 34 w 69"/>
                <a:gd name="T33" fmla="*/ 36 h 70"/>
                <a:gd name="T34" fmla="*/ 17 w 69"/>
                <a:gd name="T35" fmla="*/ 43 h 70"/>
                <a:gd name="T36" fmla="*/ 0 w 69"/>
                <a:gd name="T37" fmla="*/ 58 h 70"/>
                <a:gd name="T38" fmla="*/ 11 w 69"/>
                <a:gd name="T39" fmla="*/ 70 h 70"/>
                <a:gd name="T40" fmla="*/ 27 w 69"/>
                <a:gd name="T41" fmla="*/ 52 h 70"/>
                <a:gd name="T42" fmla="*/ 17 w 69"/>
                <a:gd name="T43" fmla="*/ 43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9" h="70">
                  <a:moveTo>
                    <a:pt x="46" y="16"/>
                  </a:moveTo>
                  <a:cubicBezTo>
                    <a:pt x="50" y="21"/>
                    <a:pt x="52" y="26"/>
                    <a:pt x="46" y="34"/>
                  </a:cubicBezTo>
                  <a:cubicBezTo>
                    <a:pt x="51" y="34"/>
                    <a:pt x="55" y="30"/>
                    <a:pt x="55" y="25"/>
                  </a:cubicBezTo>
                  <a:cubicBezTo>
                    <a:pt x="55" y="20"/>
                    <a:pt x="51" y="16"/>
                    <a:pt x="46" y="16"/>
                  </a:cubicBezTo>
                  <a:close/>
                  <a:moveTo>
                    <a:pt x="61" y="9"/>
                  </a:moveTo>
                  <a:cubicBezTo>
                    <a:pt x="52" y="0"/>
                    <a:pt x="38" y="0"/>
                    <a:pt x="29" y="9"/>
                  </a:cubicBezTo>
                  <a:cubicBezTo>
                    <a:pt x="22" y="16"/>
                    <a:pt x="21" y="28"/>
                    <a:pt x="26" y="37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42" y="49"/>
                    <a:pt x="53" y="48"/>
                    <a:pt x="61" y="41"/>
                  </a:cubicBezTo>
                  <a:cubicBezTo>
                    <a:pt x="69" y="32"/>
                    <a:pt x="69" y="18"/>
                    <a:pt x="61" y="9"/>
                  </a:cubicBezTo>
                  <a:close/>
                  <a:moveTo>
                    <a:pt x="34" y="36"/>
                  </a:moveTo>
                  <a:cubicBezTo>
                    <a:pt x="28" y="30"/>
                    <a:pt x="28" y="20"/>
                    <a:pt x="34" y="14"/>
                  </a:cubicBezTo>
                  <a:cubicBezTo>
                    <a:pt x="40" y="8"/>
                    <a:pt x="50" y="8"/>
                    <a:pt x="56" y="14"/>
                  </a:cubicBezTo>
                  <a:cubicBezTo>
                    <a:pt x="62" y="20"/>
                    <a:pt x="62" y="30"/>
                    <a:pt x="56" y="36"/>
                  </a:cubicBezTo>
                  <a:cubicBezTo>
                    <a:pt x="50" y="42"/>
                    <a:pt x="40" y="42"/>
                    <a:pt x="34" y="36"/>
                  </a:cubicBezTo>
                  <a:close/>
                  <a:moveTo>
                    <a:pt x="17" y="43"/>
                  </a:moveTo>
                  <a:cubicBezTo>
                    <a:pt x="0" y="58"/>
                    <a:pt x="0" y="58"/>
                    <a:pt x="0" y="58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27" y="52"/>
                    <a:pt x="27" y="52"/>
                    <a:pt x="27" y="52"/>
                  </a:cubicBezTo>
                  <a:lnTo>
                    <a:pt x="17" y="4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 b="1" dirty="0"/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6096000" y="1384947"/>
            <a:ext cx="622650" cy="622429"/>
            <a:chOff x="441872" y="4072935"/>
            <a:chExt cx="705309" cy="705313"/>
          </a:xfrm>
        </p:grpSpPr>
        <p:grpSp>
          <p:nvGrpSpPr>
            <p:cNvPr id="13" name="组合 12"/>
            <p:cNvGrpSpPr/>
            <p:nvPr/>
          </p:nvGrpSpPr>
          <p:grpSpPr>
            <a:xfrm>
              <a:off x="441872" y="4072935"/>
              <a:ext cx="705309" cy="705313"/>
              <a:chOff x="925975" y="3363269"/>
              <a:chExt cx="899446" cy="899451"/>
            </a:xfrm>
          </p:grpSpPr>
          <p:sp>
            <p:nvSpPr>
              <p:cNvPr id="19" name="Oval 173"/>
              <p:cNvSpPr>
                <a:spLocks noChangeArrowheads="1"/>
              </p:cNvSpPr>
              <p:nvPr/>
            </p:nvSpPr>
            <p:spPr bwMode="auto">
              <a:xfrm>
                <a:off x="925975" y="3363269"/>
                <a:ext cx="899446" cy="899451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 b="1"/>
              </a:p>
            </p:txBody>
          </p:sp>
          <p:sp>
            <p:nvSpPr>
              <p:cNvPr id="20" name="Oval 174"/>
              <p:cNvSpPr>
                <a:spLocks noChangeArrowheads="1"/>
              </p:cNvSpPr>
              <p:nvPr/>
            </p:nvSpPr>
            <p:spPr bwMode="auto">
              <a:xfrm>
                <a:off x="976750" y="3414044"/>
                <a:ext cx="797896" cy="794274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 b="1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566690" y="4191794"/>
              <a:ext cx="346916" cy="442988"/>
              <a:chOff x="9341700" y="1864776"/>
              <a:chExt cx="471484" cy="602052"/>
            </a:xfrm>
          </p:grpSpPr>
          <p:sp>
            <p:nvSpPr>
              <p:cNvPr id="15" name="Freeform 195"/>
              <p:cNvSpPr>
                <a:spLocks noEditPoints="1"/>
              </p:cNvSpPr>
              <p:nvPr/>
            </p:nvSpPr>
            <p:spPr bwMode="auto">
              <a:xfrm>
                <a:off x="9548428" y="2071505"/>
                <a:ext cx="246622" cy="395323"/>
              </a:xfrm>
              <a:custGeom>
                <a:avLst/>
                <a:gdLst>
                  <a:gd name="T0" fmla="*/ 18 w 29"/>
                  <a:gd name="T1" fmla="*/ 0 h 46"/>
                  <a:gd name="T2" fmla="*/ 18 w 29"/>
                  <a:gd name="T3" fmla="*/ 13 h 46"/>
                  <a:gd name="T4" fmla="*/ 29 w 29"/>
                  <a:gd name="T5" fmla="*/ 13 h 46"/>
                  <a:gd name="T6" fmla="*/ 29 w 29"/>
                  <a:gd name="T7" fmla="*/ 0 h 46"/>
                  <a:gd name="T8" fmla="*/ 18 w 29"/>
                  <a:gd name="T9" fmla="*/ 0 h 46"/>
                  <a:gd name="T10" fmla="*/ 0 w 29"/>
                  <a:gd name="T11" fmla="*/ 32 h 46"/>
                  <a:gd name="T12" fmla="*/ 15 w 29"/>
                  <a:gd name="T13" fmla="*/ 46 h 46"/>
                  <a:gd name="T14" fmla="*/ 29 w 29"/>
                  <a:gd name="T15" fmla="*/ 32 h 46"/>
                  <a:gd name="T16" fmla="*/ 29 w 29"/>
                  <a:gd name="T17" fmla="*/ 15 h 46"/>
                  <a:gd name="T18" fmla="*/ 0 w 29"/>
                  <a:gd name="T19" fmla="*/ 15 h 46"/>
                  <a:gd name="T20" fmla="*/ 0 w 29"/>
                  <a:gd name="T21" fmla="*/ 32 h 46"/>
                  <a:gd name="T22" fmla="*/ 16 w 29"/>
                  <a:gd name="T23" fmla="*/ 0 h 46"/>
                  <a:gd name="T24" fmla="*/ 0 w 29"/>
                  <a:gd name="T25" fmla="*/ 0 h 46"/>
                  <a:gd name="T26" fmla="*/ 0 w 29"/>
                  <a:gd name="T27" fmla="*/ 13 h 46"/>
                  <a:gd name="T28" fmla="*/ 16 w 29"/>
                  <a:gd name="T29" fmla="*/ 13 h 46"/>
                  <a:gd name="T30" fmla="*/ 16 w 29"/>
                  <a:gd name="T31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9" h="46">
                    <a:moveTo>
                      <a:pt x="18" y="0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29" y="13"/>
                      <a:pt x="29" y="13"/>
                      <a:pt x="29" y="13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18" y="0"/>
                    </a:lnTo>
                    <a:close/>
                    <a:moveTo>
                      <a:pt x="0" y="32"/>
                    </a:moveTo>
                    <a:cubicBezTo>
                      <a:pt x="0" y="40"/>
                      <a:pt x="7" y="46"/>
                      <a:pt x="15" y="46"/>
                    </a:cubicBezTo>
                    <a:cubicBezTo>
                      <a:pt x="23" y="46"/>
                      <a:pt x="29" y="40"/>
                      <a:pt x="29" y="32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0" y="15"/>
                      <a:pt x="0" y="15"/>
                      <a:pt x="0" y="15"/>
                    </a:cubicBezTo>
                    <a:lnTo>
                      <a:pt x="0" y="32"/>
                    </a:lnTo>
                    <a:close/>
                    <a:moveTo>
                      <a:pt x="1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6" y="13"/>
                      <a:pt x="16" y="13"/>
                      <a:pt x="16" y="13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tx1">
                  <a:alpha val="2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 b="1"/>
              </a:p>
            </p:txBody>
          </p:sp>
          <p:sp>
            <p:nvSpPr>
              <p:cNvPr id="16" name="Freeform 196"/>
              <p:cNvSpPr/>
              <p:nvPr/>
            </p:nvSpPr>
            <p:spPr bwMode="auto">
              <a:xfrm>
                <a:off x="9341700" y="1882910"/>
                <a:ext cx="344546" cy="290146"/>
              </a:xfrm>
              <a:custGeom>
                <a:avLst/>
                <a:gdLst>
                  <a:gd name="T0" fmla="*/ 0 w 40"/>
                  <a:gd name="T1" fmla="*/ 19 h 34"/>
                  <a:gd name="T2" fmla="*/ 20 w 40"/>
                  <a:gd name="T3" fmla="*/ 0 h 34"/>
                  <a:gd name="T4" fmla="*/ 20 w 40"/>
                  <a:gd name="T5" fmla="*/ 0 h 34"/>
                  <a:gd name="T6" fmla="*/ 40 w 40"/>
                  <a:gd name="T7" fmla="*/ 19 h 34"/>
                  <a:gd name="T8" fmla="*/ 40 w 40"/>
                  <a:gd name="T9" fmla="*/ 19 h 34"/>
                  <a:gd name="T10" fmla="*/ 37 w 40"/>
                  <a:gd name="T11" fmla="*/ 19 h 34"/>
                  <a:gd name="T12" fmla="*/ 32 w 40"/>
                  <a:gd name="T13" fmla="*/ 8 h 34"/>
                  <a:gd name="T14" fmla="*/ 32 w 40"/>
                  <a:gd name="T15" fmla="*/ 8 h 34"/>
                  <a:gd name="T16" fmla="*/ 20 w 40"/>
                  <a:gd name="T17" fmla="*/ 3 h 34"/>
                  <a:gd name="T18" fmla="*/ 20 w 40"/>
                  <a:gd name="T19" fmla="*/ 3 h 34"/>
                  <a:gd name="T20" fmla="*/ 8 w 40"/>
                  <a:gd name="T21" fmla="*/ 8 h 34"/>
                  <a:gd name="T22" fmla="*/ 8 w 40"/>
                  <a:gd name="T23" fmla="*/ 8 h 34"/>
                  <a:gd name="T24" fmla="*/ 3 w 40"/>
                  <a:gd name="T25" fmla="*/ 19 h 34"/>
                  <a:gd name="T26" fmla="*/ 3 w 40"/>
                  <a:gd name="T27" fmla="*/ 19 h 34"/>
                  <a:gd name="T28" fmla="*/ 9 w 40"/>
                  <a:gd name="T29" fmla="*/ 32 h 34"/>
                  <a:gd name="T30" fmla="*/ 9 w 40"/>
                  <a:gd name="T31" fmla="*/ 32 h 34"/>
                  <a:gd name="T32" fmla="*/ 7 w 40"/>
                  <a:gd name="T33" fmla="*/ 34 h 34"/>
                  <a:gd name="T34" fmla="*/ 0 w 40"/>
                  <a:gd name="T35" fmla="*/ 19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0" h="34">
                    <a:moveTo>
                      <a:pt x="0" y="19"/>
                    </a:moveTo>
                    <a:cubicBezTo>
                      <a:pt x="0" y="9"/>
                      <a:pt x="9" y="0"/>
                      <a:pt x="2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31" y="0"/>
                      <a:pt x="40" y="9"/>
                      <a:pt x="40" y="19"/>
                    </a:cubicBezTo>
                    <a:cubicBezTo>
                      <a:pt x="40" y="19"/>
                      <a:pt x="40" y="19"/>
                      <a:pt x="40" y="19"/>
                    </a:cubicBezTo>
                    <a:cubicBezTo>
                      <a:pt x="37" y="19"/>
                      <a:pt x="37" y="19"/>
                      <a:pt x="37" y="19"/>
                    </a:cubicBezTo>
                    <a:cubicBezTo>
                      <a:pt x="37" y="15"/>
                      <a:pt x="35" y="11"/>
                      <a:pt x="32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29" y="5"/>
                      <a:pt x="25" y="3"/>
                      <a:pt x="20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15" y="3"/>
                      <a:pt x="11" y="5"/>
                      <a:pt x="8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5" y="11"/>
                      <a:pt x="3" y="15"/>
                      <a:pt x="3" y="19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3" y="24"/>
                      <a:pt x="5" y="29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3" y="30"/>
                      <a:pt x="0" y="25"/>
                      <a:pt x="0" y="19"/>
                    </a:cubicBezTo>
                    <a:close/>
                  </a:path>
                </a:pathLst>
              </a:custGeom>
              <a:solidFill>
                <a:schemeClr val="tx1">
                  <a:alpha val="2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 b="1"/>
              </a:p>
            </p:txBody>
          </p:sp>
          <p:sp>
            <p:nvSpPr>
              <p:cNvPr id="17" name="Freeform 197"/>
              <p:cNvSpPr>
                <a:spLocks noEditPoints="1"/>
              </p:cNvSpPr>
              <p:nvPr/>
            </p:nvSpPr>
            <p:spPr bwMode="auto">
              <a:xfrm>
                <a:off x="9562935" y="2064251"/>
                <a:ext cx="250249" cy="391697"/>
              </a:xfrm>
              <a:custGeom>
                <a:avLst/>
                <a:gdLst>
                  <a:gd name="T0" fmla="*/ 18 w 29"/>
                  <a:gd name="T1" fmla="*/ 0 h 46"/>
                  <a:gd name="T2" fmla="*/ 18 w 29"/>
                  <a:gd name="T3" fmla="*/ 13 h 46"/>
                  <a:gd name="T4" fmla="*/ 29 w 29"/>
                  <a:gd name="T5" fmla="*/ 13 h 46"/>
                  <a:gd name="T6" fmla="*/ 29 w 29"/>
                  <a:gd name="T7" fmla="*/ 0 h 46"/>
                  <a:gd name="T8" fmla="*/ 18 w 29"/>
                  <a:gd name="T9" fmla="*/ 0 h 46"/>
                  <a:gd name="T10" fmla="*/ 0 w 29"/>
                  <a:gd name="T11" fmla="*/ 31 h 46"/>
                  <a:gd name="T12" fmla="*/ 14 w 29"/>
                  <a:gd name="T13" fmla="*/ 46 h 46"/>
                  <a:gd name="T14" fmla="*/ 29 w 29"/>
                  <a:gd name="T15" fmla="*/ 31 h 46"/>
                  <a:gd name="T16" fmla="*/ 29 w 29"/>
                  <a:gd name="T17" fmla="*/ 15 h 46"/>
                  <a:gd name="T18" fmla="*/ 0 w 29"/>
                  <a:gd name="T19" fmla="*/ 15 h 46"/>
                  <a:gd name="T20" fmla="*/ 0 w 29"/>
                  <a:gd name="T21" fmla="*/ 31 h 46"/>
                  <a:gd name="T22" fmla="*/ 15 w 29"/>
                  <a:gd name="T23" fmla="*/ 0 h 46"/>
                  <a:gd name="T24" fmla="*/ 0 w 29"/>
                  <a:gd name="T25" fmla="*/ 0 h 46"/>
                  <a:gd name="T26" fmla="*/ 0 w 29"/>
                  <a:gd name="T27" fmla="*/ 13 h 46"/>
                  <a:gd name="T28" fmla="*/ 15 w 29"/>
                  <a:gd name="T29" fmla="*/ 13 h 46"/>
                  <a:gd name="T30" fmla="*/ 15 w 29"/>
                  <a:gd name="T31" fmla="*/ 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9" h="46">
                    <a:moveTo>
                      <a:pt x="18" y="0"/>
                    </a:moveTo>
                    <a:cubicBezTo>
                      <a:pt x="18" y="13"/>
                      <a:pt x="18" y="13"/>
                      <a:pt x="18" y="13"/>
                    </a:cubicBezTo>
                    <a:cubicBezTo>
                      <a:pt x="29" y="13"/>
                      <a:pt x="29" y="13"/>
                      <a:pt x="29" y="13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18" y="0"/>
                    </a:lnTo>
                    <a:close/>
                    <a:moveTo>
                      <a:pt x="0" y="31"/>
                    </a:moveTo>
                    <a:cubicBezTo>
                      <a:pt x="0" y="39"/>
                      <a:pt x="6" y="46"/>
                      <a:pt x="14" y="46"/>
                    </a:cubicBezTo>
                    <a:cubicBezTo>
                      <a:pt x="22" y="46"/>
                      <a:pt x="29" y="39"/>
                      <a:pt x="29" y="31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0" y="15"/>
                      <a:pt x="0" y="15"/>
                      <a:pt x="0" y="15"/>
                    </a:cubicBezTo>
                    <a:lnTo>
                      <a:pt x="0" y="31"/>
                    </a:lnTo>
                    <a:close/>
                    <a:moveTo>
                      <a:pt x="1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15" y="13"/>
                      <a:pt x="15" y="13"/>
                      <a:pt x="15" y="13"/>
                    </a:cubicBez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 b="1"/>
              </a:p>
            </p:txBody>
          </p:sp>
          <p:sp>
            <p:nvSpPr>
              <p:cNvPr id="18" name="Freeform 198"/>
              <p:cNvSpPr/>
              <p:nvPr/>
            </p:nvSpPr>
            <p:spPr bwMode="auto">
              <a:xfrm>
                <a:off x="9359834" y="1864776"/>
                <a:ext cx="333666" cy="301026"/>
              </a:xfrm>
              <a:custGeom>
                <a:avLst/>
                <a:gdLst>
                  <a:gd name="T0" fmla="*/ 0 w 39"/>
                  <a:gd name="T1" fmla="*/ 20 h 35"/>
                  <a:gd name="T2" fmla="*/ 19 w 39"/>
                  <a:gd name="T3" fmla="*/ 0 h 35"/>
                  <a:gd name="T4" fmla="*/ 19 w 39"/>
                  <a:gd name="T5" fmla="*/ 0 h 35"/>
                  <a:gd name="T6" fmla="*/ 39 w 39"/>
                  <a:gd name="T7" fmla="*/ 20 h 35"/>
                  <a:gd name="T8" fmla="*/ 39 w 39"/>
                  <a:gd name="T9" fmla="*/ 20 h 35"/>
                  <a:gd name="T10" fmla="*/ 36 w 39"/>
                  <a:gd name="T11" fmla="*/ 20 h 35"/>
                  <a:gd name="T12" fmla="*/ 31 w 39"/>
                  <a:gd name="T13" fmla="*/ 8 h 35"/>
                  <a:gd name="T14" fmla="*/ 31 w 39"/>
                  <a:gd name="T15" fmla="*/ 8 h 35"/>
                  <a:gd name="T16" fmla="*/ 19 w 39"/>
                  <a:gd name="T17" fmla="*/ 3 h 35"/>
                  <a:gd name="T18" fmla="*/ 19 w 39"/>
                  <a:gd name="T19" fmla="*/ 3 h 35"/>
                  <a:gd name="T20" fmla="*/ 7 w 39"/>
                  <a:gd name="T21" fmla="*/ 8 h 35"/>
                  <a:gd name="T22" fmla="*/ 7 w 39"/>
                  <a:gd name="T23" fmla="*/ 8 h 35"/>
                  <a:gd name="T24" fmla="*/ 3 w 39"/>
                  <a:gd name="T25" fmla="*/ 20 h 35"/>
                  <a:gd name="T26" fmla="*/ 3 w 39"/>
                  <a:gd name="T27" fmla="*/ 20 h 35"/>
                  <a:gd name="T28" fmla="*/ 8 w 39"/>
                  <a:gd name="T29" fmla="*/ 32 h 35"/>
                  <a:gd name="T30" fmla="*/ 8 w 39"/>
                  <a:gd name="T31" fmla="*/ 32 h 35"/>
                  <a:gd name="T32" fmla="*/ 6 w 39"/>
                  <a:gd name="T33" fmla="*/ 35 h 35"/>
                  <a:gd name="T34" fmla="*/ 0 w 39"/>
                  <a:gd name="T35" fmla="*/ 2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9" h="35">
                    <a:moveTo>
                      <a:pt x="0" y="20"/>
                    </a:moveTo>
                    <a:cubicBezTo>
                      <a:pt x="0" y="9"/>
                      <a:pt x="8" y="1"/>
                      <a:pt x="1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30" y="1"/>
                      <a:pt x="39" y="9"/>
                      <a:pt x="39" y="20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16"/>
                      <a:pt x="34" y="11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8" y="5"/>
                      <a:pt x="24" y="3"/>
                      <a:pt x="19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5" y="3"/>
                      <a:pt x="10" y="5"/>
                      <a:pt x="7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4" y="11"/>
                      <a:pt x="3" y="16"/>
                      <a:pt x="3" y="20"/>
                    </a:cubicBezTo>
                    <a:cubicBezTo>
                      <a:pt x="3" y="20"/>
                      <a:pt x="3" y="20"/>
                      <a:pt x="3" y="20"/>
                    </a:cubicBezTo>
                    <a:cubicBezTo>
                      <a:pt x="3" y="25"/>
                      <a:pt x="5" y="29"/>
                      <a:pt x="8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6" y="35"/>
                      <a:pt x="6" y="35"/>
                      <a:pt x="6" y="35"/>
                    </a:cubicBezTo>
                    <a:cubicBezTo>
                      <a:pt x="2" y="31"/>
                      <a:pt x="0" y="26"/>
                      <a:pt x="0" y="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800" b="1"/>
              </a:p>
            </p:txBody>
          </p:sp>
        </p:grpSp>
      </p:grpSp>
      <p:sp>
        <p:nvSpPr>
          <p:cNvPr id="21" name="Content Placeholder 3"/>
          <p:cNvSpPr>
            <a:spLocks noGrp="1"/>
          </p:cNvSpPr>
          <p:nvPr>
            <p:ph sz="half" idx="10"/>
          </p:nvPr>
        </p:nvSpPr>
        <p:spPr>
          <a:xfrm>
            <a:off x="6096000" y="2270783"/>
            <a:ext cx="5386917" cy="413568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238435" y="1557226"/>
            <a:ext cx="4343965" cy="4877792"/>
          </a:xfrm>
        </p:spPr>
        <p:txBody>
          <a:bodyPr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200" indent="0">
              <a:buNone/>
              <a:defRPr sz="3200"/>
            </a:lvl3pPr>
            <a:lvl4pPr marL="1828165" indent="0">
              <a:buNone/>
              <a:defRPr sz="2700"/>
            </a:lvl4pPr>
            <a:lvl5pPr marL="2437765" indent="0">
              <a:buNone/>
              <a:defRPr sz="2700"/>
            </a:lvl5pPr>
            <a:lvl6pPr marL="3047365" indent="0">
              <a:buNone/>
              <a:defRPr sz="2700"/>
            </a:lvl6pPr>
            <a:lvl7pPr marL="3656965" indent="0">
              <a:buNone/>
              <a:defRPr sz="2700"/>
            </a:lvl7pPr>
            <a:lvl8pPr marL="4265930" indent="0">
              <a:buNone/>
              <a:defRPr sz="2700"/>
            </a:lvl8pPr>
            <a:lvl9pPr marL="4875530" indent="0">
              <a:buNone/>
              <a:defRPr sz="27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内容占位符 2"/>
          <p:cNvSpPr>
            <a:spLocks noGrp="1"/>
          </p:cNvSpPr>
          <p:nvPr>
            <p:ph idx="13"/>
          </p:nvPr>
        </p:nvSpPr>
        <p:spPr>
          <a:xfrm>
            <a:off x="550662" y="1557226"/>
            <a:ext cx="6139463" cy="487779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9854223" y="5497494"/>
            <a:ext cx="1878031" cy="1065838"/>
            <a:chOff x="9675584" y="5175723"/>
            <a:chExt cx="1877787" cy="1129564"/>
          </a:xfrm>
        </p:grpSpPr>
        <p:sp>
          <p:nvSpPr>
            <p:cNvPr id="4" name="矩形 3"/>
            <p:cNvSpPr/>
            <p:nvPr/>
          </p:nvSpPr>
          <p:spPr>
            <a:xfrm>
              <a:off x="11286669" y="5640179"/>
              <a:ext cx="266702" cy="66188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5" name="矩形 4"/>
            <p:cNvSpPr/>
            <p:nvPr/>
          </p:nvSpPr>
          <p:spPr>
            <a:xfrm>
              <a:off x="10642146" y="5828865"/>
              <a:ext cx="266702" cy="476421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6" name="矩形 5"/>
            <p:cNvSpPr/>
            <p:nvPr/>
          </p:nvSpPr>
          <p:spPr>
            <a:xfrm>
              <a:off x="10241641" y="5175723"/>
              <a:ext cx="266702" cy="112956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  <p:sp>
          <p:nvSpPr>
            <p:cNvPr id="7" name="矩形 6"/>
            <p:cNvSpPr/>
            <p:nvPr/>
          </p:nvSpPr>
          <p:spPr>
            <a:xfrm>
              <a:off x="9675584" y="5974341"/>
              <a:ext cx="266702" cy="33094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/>
          <p:nvPr userDrawn="1"/>
        </p:nvSpPr>
        <p:spPr>
          <a:xfrm>
            <a:off x="2389717" y="5866836"/>
            <a:ext cx="7315200" cy="755651"/>
          </a:xfrm>
          <a:prstGeom prst="rect">
            <a:avLst/>
          </a:prstGeom>
        </p:spPr>
        <p:txBody>
          <a:bodyPr vert="horz" lIns="121889" tIns="60944" rIns="121889" bIns="60944" rtlCol="0" anchor="b">
            <a:normAutofit/>
          </a:bodyPr>
          <a:lstStyle>
            <a:lvl1pPr algn="ctr" defTabSz="1219200" rtl="0" eaLnBrk="1" latinLnBrk="0" hangingPunct="1"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 dirty="0"/>
              <a:t>单击此处编辑母版标题样式</a:t>
            </a:r>
            <a:endParaRPr lang="en-US" sz="2000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304253"/>
            <a:ext cx="7315200" cy="5486400"/>
          </a:xfrm>
        </p:spPr>
        <p:txBody>
          <a:bodyPr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200" indent="0">
              <a:buNone/>
              <a:defRPr sz="3200"/>
            </a:lvl3pPr>
            <a:lvl4pPr marL="1828165" indent="0">
              <a:buNone/>
              <a:defRPr sz="2700"/>
            </a:lvl4pPr>
            <a:lvl5pPr marL="2437765" indent="0">
              <a:buNone/>
              <a:defRPr sz="2700"/>
            </a:lvl5pPr>
            <a:lvl6pPr marL="3047365" indent="0">
              <a:buNone/>
              <a:defRPr sz="2700"/>
            </a:lvl6pPr>
            <a:lvl7pPr marL="3656965" indent="0">
              <a:buNone/>
              <a:defRPr sz="2700"/>
            </a:lvl7pPr>
            <a:lvl8pPr marL="4265930" indent="0">
              <a:buNone/>
              <a:defRPr sz="2700"/>
            </a:lvl8pPr>
            <a:lvl9pPr marL="4875530" indent="0">
              <a:buNone/>
              <a:defRPr sz="27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599" y="8475134"/>
            <a:ext cx="2844800" cy="486833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1" y="8475134"/>
            <a:ext cx="3860800" cy="486833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1" y="8475134"/>
            <a:ext cx="2844800" cy="486833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599" y="8475134"/>
            <a:ext cx="2844800" cy="486833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1" y="8475134"/>
            <a:ext cx="3860800" cy="486833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1" y="8475134"/>
            <a:ext cx="2844800" cy="486833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753983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2"/>
            </p:custDataLst>
          </p:nvPr>
        </p:nvSpPr>
        <p:spPr>
          <a:xfrm>
            <a:off x="6096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图片占位符 7"/>
          <p:cNvSpPr>
            <a:spLocks noGrp="1"/>
          </p:cNvSpPr>
          <p:nvPr>
            <p:ph type="pic" idx="16395" hasCustomPrompt="1"/>
            <p:custDataLst>
              <p:tags r:id="rId3"/>
            </p:custDataLst>
          </p:nvPr>
        </p:nvSpPr>
        <p:spPr>
          <a:xfrm>
            <a:off x="812800" y="1727200"/>
            <a:ext cx="2108200" cy="2438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812800" y="4368800"/>
            <a:ext cx="2108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812800" y="4826000"/>
            <a:ext cx="2108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6"/>
            </p:custDataLst>
          </p:nvPr>
        </p:nvSpPr>
        <p:spPr>
          <a:xfrm>
            <a:off x="34290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图片占位符 11"/>
          <p:cNvSpPr>
            <a:spLocks noGrp="1"/>
          </p:cNvSpPr>
          <p:nvPr>
            <p:ph type="pic" idx="16397" hasCustomPrompt="1"/>
            <p:custDataLst>
              <p:tags r:id="rId7"/>
            </p:custDataLst>
          </p:nvPr>
        </p:nvSpPr>
        <p:spPr>
          <a:xfrm>
            <a:off x="3632200" y="1727200"/>
            <a:ext cx="2108200" cy="2438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3632200" y="4368800"/>
            <a:ext cx="2108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3632200" y="4826000"/>
            <a:ext cx="2108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398" hasCustomPrompt="1"/>
            <p:custDataLst>
              <p:tags r:id="rId10"/>
            </p:custDataLst>
          </p:nvPr>
        </p:nvSpPr>
        <p:spPr>
          <a:xfrm>
            <a:off x="62484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6" name="图片占位符 15"/>
          <p:cNvSpPr>
            <a:spLocks noGrp="1"/>
          </p:cNvSpPr>
          <p:nvPr>
            <p:ph type="pic" idx="16399" hasCustomPrompt="1"/>
            <p:custDataLst>
              <p:tags r:id="rId11"/>
            </p:custDataLst>
          </p:nvPr>
        </p:nvSpPr>
        <p:spPr>
          <a:xfrm>
            <a:off x="6451600" y="1727200"/>
            <a:ext cx="2108200" cy="2438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6451600" y="4368800"/>
            <a:ext cx="2108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6451600" y="4826000"/>
            <a:ext cx="2108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9" name="装饰  8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90678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0" name="图片占位符 19"/>
          <p:cNvSpPr>
            <a:spLocks noGrp="1"/>
          </p:cNvSpPr>
          <p:nvPr>
            <p:ph type="pic" idx="16401" hasCustomPrompt="1"/>
            <p:custDataLst>
              <p:tags r:id="rId15"/>
            </p:custDataLst>
          </p:nvPr>
        </p:nvSpPr>
        <p:spPr>
          <a:xfrm>
            <a:off x="9271000" y="1727200"/>
            <a:ext cx="2108200" cy="2438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9271000" y="4368800"/>
            <a:ext cx="2108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271000" y="4826000"/>
            <a:ext cx="2108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2"/>
            </p:custDataLst>
          </p:nvPr>
        </p:nvSpPr>
        <p:spPr>
          <a:xfrm>
            <a:off x="6096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6393" hasCustomPrompt="1"/>
            <p:custDataLst>
              <p:tags r:id="rId5"/>
            </p:custDataLst>
          </p:nvPr>
        </p:nvSpPr>
        <p:spPr>
          <a:xfrm>
            <a:off x="43688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3688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3688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idx="16394" hasCustomPrompt="1"/>
            <p:custDataLst>
              <p:tags r:id="rId8"/>
            </p:custDataLst>
          </p:nvPr>
        </p:nvSpPr>
        <p:spPr>
          <a:xfrm>
            <a:off x="81280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1280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1280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21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609600" y="2057400"/>
            <a:ext cx="3429000" cy="3962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3"/>
            </p:custDataLst>
          </p:nvPr>
        </p:nvSpPr>
        <p:spPr>
          <a:xfrm>
            <a:off x="4648200" y="609600"/>
            <a:ext cx="6934200" cy="1778000"/>
          </a:xfrm>
          <a:custGeom>
            <a:avLst/>
            <a:gdLst>
              <a:gd name="connisteX0" fmla="*/ 0 w 6934200"/>
              <a:gd name="connsiteY0" fmla="*/ 203200 h 1778000"/>
              <a:gd name="connisteX1" fmla="*/ 203200 w 6934200"/>
              <a:gd name="connsiteY1" fmla="*/ 0 h 1778000"/>
              <a:gd name="connisteX2" fmla="*/ 6731000 w 6934200"/>
              <a:gd name="connsiteY2" fmla="*/ 0 h 1778000"/>
              <a:gd name="connisteX3" fmla="*/ 6934200 w 6934200"/>
              <a:gd name="connsiteY3" fmla="*/ 203200 h 1778000"/>
              <a:gd name="connisteX4" fmla="*/ 6934200 w 6934200"/>
              <a:gd name="connsiteY4" fmla="*/ 1574800 h 1778000"/>
              <a:gd name="connisteX5" fmla="*/ 6731000 w 6934200"/>
              <a:gd name="connsiteY5" fmla="*/ 1778000 h 1778000"/>
              <a:gd name="connisteX6" fmla="*/ 203200 w 6934200"/>
              <a:gd name="connsiteY6" fmla="*/ 1778000 h 1778000"/>
              <a:gd name="connisteX7" fmla="*/ 0 w 6934200"/>
              <a:gd name="connsiteY7" fmla="*/ 1574800 h 1778000"/>
              <a:gd name="connisteX8" fmla="*/ 0 w 6934200"/>
              <a:gd name="connsiteY8" fmla="*/ 20320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6934200" h="177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1574800"/>
                </a:lnTo>
                <a:cubicBezTo>
                  <a:pt x="6934200" y="1687024"/>
                  <a:pt x="6843224" y="1778000"/>
                  <a:pt x="67310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4953000" y="1066800"/>
            <a:ext cx="632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953000" y="1625600"/>
            <a:ext cx="63246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4648200" y="2540000"/>
            <a:ext cx="6934200" cy="1778000"/>
          </a:xfrm>
          <a:custGeom>
            <a:avLst/>
            <a:gdLst>
              <a:gd name="connisteX0" fmla="*/ 0 w 6934200"/>
              <a:gd name="connsiteY0" fmla="*/ 203200 h 1778000"/>
              <a:gd name="connisteX1" fmla="*/ 203200 w 6934200"/>
              <a:gd name="connsiteY1" fmla="*/ 0 h 1778000"/>
              <a:gd name="connisteX2" fmla="*/ 6731000 w 6934200"/>
              <a:gd name="connsiteY2" fmla="*/ 0 h 1778000"/>
              <a:gd name="connisteX3" fmla="*/ 6934200 w 6934200"/>
              <a:gd name="connsiteY3" fmla="*/ 203200 h 1778000"/>
              <a:gd name="connisteX4" fmla="*/ 6934200 w 6934200"/>
              <a:gd name="connsiteY4" fmla="*/ 1574800 h 1778000"/>
              <a:gd name="connisteX5" fmla="*/ 6731000 w 6934200"/>
              <a:gd name="connsiteY5" fmla="*/ 1778000 h 1778000"/>
              <a:gd name="connisteX6" fmla="*/ 203200 w 6934200"/>
              <a:gd name="connsiteY6" fmla="*/ 1778000 h 1778000"/>
              <a:gd name="connisteX7" fmla="*/ 0 w 6934200"/>
              <a:gd name="connsiteY7" fmla="*/ 1574800 h 1778000"/>
              <a:gd name="connisteX8" fmla="*/ 0 w 6934200"/>
              <a:gd name="connsiteY8" fmla="*/ 20320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6934200" h="177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1574800"/>
                </a:lnTo>
                <a:cubicBezTo>
                  <a:pt x="6934200" y="1687024"/>
                  <a:pt x="6843224" y="1778000"/>
                  <a:pt x="67310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953000" y="2997200"/>
            <a:ext cx="632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4953000" y="3556000"/>
            <a:ext cx="63246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9"/>
            </p:custDataLst>
          </p:nvPr>
        </p:nvSpPr>
        <p:spPr>
          <a:xfrm>
            <a:off x="4648200" y="4470400"/>
            <a:ext cx="6934200" cy="1778000"/>
          </a:xfrm>
          <a:custGeom>
            <a:avLst/>
            <a:gdLst>
              <a:gd name="connisteX0" fmla="*/ 0 w 6934200"/>
              <a:gd name="connsiteY0" fmla="*/ 203200 h 1778000"/>
              <a:gd name="connisteX1" fmla="*/ 203200 w 6934200"/>
              <a:gd name="connsiteY1" fmla="*/ 0 h 1778000"/>
              <a:gd name="connisteX2" fmla="*/ 6731000 w 6934200"/>
              <a:gd name="connsiteY2" fmla="*/ 0 h 1778000"/>
              <a:gd name="connisteX3" fmla="*/ 6934200 w 6934200"/>
              <a:gd name="connsiteY3" fmla="*/ 203200 h 1778000"/>
              <a:gd name="connisteX4" fmla="*/ 6934200 w 6934200"/>
              <a:gd name="connsiteY4" fmla="*/ 1574800 h 1778000"/>
              <a:gd name="connisteX5" fmla="*/ 6731000 w 6934200"/>
              <a:gd name="connsiteY5" fmla="*/ 1778000 h 1778000"/>
              <a:gd name="connisteX6" fmla="*/ 203200 w 6934200"/>
              <a:gd name="connsiteY6" fmla="*/ 1778000 h 1778000"/>
              <a:gd name="connisteX7" fmla="*/ 0 w 6934200"/>
              <a:gd name="connsiteY7" fmla="*/ 1574800 h 1778000"/>
              <a:gd name="connisteX8" fmla="*/ 0 w 6934200"/>
              <a:gd name="connsiteY8" fmla="*/ 20320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6934200" h="177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1574800"/>
                </a:lnTo>
                <a:cubicBezTo>
                  <a:pt x="6934200" y="1687024"/>
                  <a:pt x="6843224" y="1778000"/>
                  <a:pt x="67310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4953000" y="4927600"/>
            <a:ext cx="632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92" hasCustomPrompt="1"/>
            <p:custDataLst>
              <p:tags r:id="rId11"/>
            </p:custDataLst>
          </p:nvPr>
        </p:nvSpPr>
        <p:spPr>
          <a:xfrm>
            <a:off x="4953000" y="5486400"/>
            <a:ext cx="63246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2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2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3"/>
            </p:custDataLst>
          </p:nvPr>
        </p:nvSpPr>
        <p:spPr>
          <a:xfrm>
            <a:off x="933450" y="18923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082800" y="19558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5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933450" y="3517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2082800" y="35814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933450" y="51435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2082800" y="52070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2"/>
            </p:custDataLst>
          </p:nvPr>
        </p:nvSpPr>
        <p:spPr>
          <a:xfrm>
            <a:off x="609600" y="1524000"/>
            <a:ext cx="10972800" cy="2184400"/>
          </a:xfrm>
          <a:custGeom>
            <a:avLst/>
            <a:gdLst>
              <a:gd name="connisteX0" fmla="*/ 0 w 10972800"/>
              <a:gd name="connsiteY0" fmla="*/ 203200 h 2184400"/>
              <a:gd name="connisteX1" fmla="*/ 203200 w 10972800"/>
              <a:gd name="connsiteY1" fmla="*/ 0 h 2184400"/>
              <a:gd name="connisteX2" fmla="*/ 10769600 w 10972800"/>
              <a:gd name="connsiteY2" fmla="*/ 0 h 2184400"/>
              <a:gd name="connisteX3" fmla="*/ 10972800 w 10972800"/>
              <a:gd name="connsiteY3" fmla="*/ 203200 h 2184400"/>
              <a:gd name="connisteX4" fmla="*/ 10972800 w 10972800"/>
              <a:gd name="connsiteY4" fmla="*/ 1981200 h 2184400"/>
              <a:gd name="connisteX5" fmla="*/ 10769600 w 10972800"/>
              <a:gd name="connsiteY5" fmla="*/ 2184400 h 2184400"/>
              <a:gd name="connisteX6" fmla="*/ 203200 w 10972800"/>
              <a:gd name="connsiteY6" fmla="*/ 2184400 h 2184400"/>
              <a:gd name="connisteX7" fmla="*/ 0 w 10972800"/>
              <a:gd name="connsiteY7" fmla="*/ 1981200 h 2184400"/>
              <a:gd name="connisteX8" fmla="*/ 0 w 10972800"/>
              <a:gd name="connsiteY8" fmla="*/ 203200 h 218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18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981200"/>
                </a:lnTo>
                <a:cubicBezTo>
                  <a:pt x="10972800" y="2093424"/>
                  <a:pt x="10881824" y="2184400"/>
                  <a:pt x="10769600" y="2184400"/>
                </a:cubicBezTo>
                <a:lnTo>
                  <a:pt x="203200" y="2184400"/>
                </a:lnTo>
                <a:cubicBezTo>
                  <a:pt x="90976" y="2184400"/>
                  <a:pt x="0" y="2093424"/>
                  <a:pt x="0" y="198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704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704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3312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3312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6394" hasCustomPrompt="1"/>
            <p:custDataLst>
              <p:tags r:id="rId2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装饰  7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6096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7620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7620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6"/>
            </p:custDataLst>
          </p:nvPr>
        </p:nvSpPr>
        <p:spPr>
          <a:xfrm>
            <a:off x="45339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863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863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9"/>
            </p:custDataLst>
          </p:nvPr>
        </p:nvSpPr>
        <p:spPr>
          <a:xfrm>
            <a:off x="6096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620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7620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2"/>
            </p:custDataLst>
          </p:nvPr>
        </p:nvSpPr>
        <p:spPr>
          <a:xfrm>
            <a:off x="45339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6863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46863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图片占位符 6"/>
          <p:cNvSpPr>
            <a:spLocks noGrp="1"/>
          </p:cNvSpPr>
          <p:nvPr>
            <p:ph type="pic" idx="16392" hasCustomPrompt="1"/>
            <p:custDataLst>
              <p:tags r:id="rId2"/>
            </p:custDataLst>
          </p:nvPr>
        </p:nvSpPr>
        <p:spPr>
          <a:xfrm>
            <a:off x="14732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5"/>
            </p:custDataLst>
          </p:nvPr>
        </p:nvSpPr>
        <p:spPr>
          <a:xfrm>
            <a:off x="53340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4704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8"/>
            </p:custDataLst>
          </p:nvPr>
        </p:nvSpPr>
        <p:spPr>
          <a:xfrm>
            <a:off x="91948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3312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3312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2"/>
            </p:custDataLst>
          </p:nvPr>
        </p:nvSpPr>
        <p:spPr>
          <a:xfrm>
            <a:off x="6096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图片占位符 7"/>
          <p:cNvSpPr>
            <a:spLocks noGrp="1"/>
          </p:cNvSpPr>
          <p:nvPr>
            <p:ph type="pic" idx="16395" hasCustomPrompt="1"/>
            <p:custDataLst>
              <p:tags r:id="rId3"/>
            </p:custDataLst>
          </p:nvPr>
        </p:nvSpPr>
        <p:spPr>
          <a:xfrm>
            <a:off x="11049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1016000" y="39370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1016000" y="4495800"/>
            <a:ext cx="1701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6"/>
            </p:custDataLst>
          </p:nvPr>
        </p:nvSpPr>
        <p:spPr>
          <a:xfrm>
            <a:off x="34290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图片占位符 11"/>
          <p:cNvSpPr>
            <a:spLocks noGrp="1"/>
          </p:cNvSpPr>
          <p:nvPr>
            <p:ph type="pic" idx="16397" hasCustomPrompt="1"/>
            <p:custDataLst>
              <p:tags r:id="rId7"/>
            </p:custDataLst>
          </p:nvPr>
        </p:nvSpPr>
        <p:spPr>
          <a:xfrm>
            <a:off x="39243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3835400" y="39370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3835400" y="4495800"/>
            <a:ext cx="1701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398" hasCustomPrompt="1"/>
            <p:custDataLst>
              <p:tags r:id="rId10"/>
            </p:custDataLst>
          </p:nvPr>
        </p:nvSpPr>
        <p:spPr>
          <a:xfrm>
            <a:off x="62484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6" name="图片占位符 15"/>
          <p:cNvSpPr>
            <a:spLocks noGrp="1"/>
          </p:cNvSpPr>
          <p:nvPr>
            <p:ph type="pic" idx="16399" hasCustomPrompt="1"/>
            <p:custDataLst>
              <p:tags r:id="rId11"/>
            </p:custDataLst>
          </p:nvPr>
        </p:nvSpPr>
        <p:spPr>
          <a:xfrm>
            <a:off x="67437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6654800" y="39370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6654800" y="4495800"/>
            <a:ext cx="1701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9" name="装饰  8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9067800" y="1524000"/>
            <a:ext cx="2514600" cy="4724400"/>
          </a:xfrm>
          <a:custGeom>
            <a:avLst/>
            <a:gdLst>
              <a:gd name="connisteX0" fmla="*/ 0 w 2514600"/>
              <a:gd name="connsiteY0" fmla="*/ 203200 h 4724400"/>
              <a:gd name="connisteX1" fmla="*/ 203200 w 2514600"/>
              <a:gd name="connsiteY1" fmla="*/ 0 h 4724400"/>
              <a:gd name="connisteX2" fmla="*/ 2311400 w 2514600"/>
              <a:gd name="connsiteY2" fmla="*/ 0 h 4724400"/>
              <a:gd name="connisteX3" fmla="*/ 2514600 w 2514600"/>
              <a:gd name="connsiteY3" fmla="*/ 203200 h 4724400"/>
              <a:gd name="connisteX4" fmla="*/ 2514600 w 2514600"/>
              <a:gd name="connsiteY4" fmla="*/ 4521200 h 4724400"/>
              <a:gd name="connisteX5" fmla="*/ 2311400 w 2514600"/>
              <a:gd name="connsiteY5" fmla="*/ 4724400 h 4724400"/>
              <a:gd name="connisteX6" fmla="*/ 203200 w 2514600"/>
              <a:gd name="connsiteY6" fmla="*/ 4724400 h 4724400"/>
              <a:gd name="connisteX7" fmla="*/ 0 w 2514600"/>
              <a:gd name="connsiteY7" fmla="*/ 4521200 h 4724400"/>
              <a:gd name="connisteX8" fmla="*/ 0 w 2514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14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4521200"/>
                </a:lnTo>
                <a:cubicBezTo>
                  <a:pt x="2514600" y="4633424"/>
                  <a:pt x="2423624" y="4724400"/>
                  <a:pt x="2311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0" name="图片占位符 19"/>
          <p:cNvSpPr>
            <a:spLocks noGrp="1"/>
          </p:cNvSpPr>
          <p:nvPr>
            <p:ph type="pic" idx="16401" hasCustomPrompt="1"/>
            <p:custDataLst>
              <p:tags r:id="rId15"/>
            </p:custDataLst>
          </p:nvPr>
        </p:nvSpPr>
        <p:spPr>
          <a:xfrm>
            <a:off x="95631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9474200" y="3937000"/>
            <a:ext cx="170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474200" y="4495800"/>
            <a:ext cx="1701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2"/>
            </p:custDataLst>
          </p:nvPr>
        </p:nvSpPr>
        <p:spPr>
          <a:xfrm>
            <a:off x="609600" y="3860800"/>
            <a:ext cx="2514600" cy="2387600"/>
          </a:xfrm>
          <a:custGeom>
            <a:avLst/>
            <a:gdLst>
              <a:gd name="connisteX0" fmla="*/ 0 w 2514600"/>
              <a:gd name="connsiteY0" fmla="*/ 0 h 2387600"/>
              <a:gd name="connisteX1" fmla="*/ 2514600 w 2514600"/>
              <a:gd name="connsiteY1" fmla="*/ 0 h 2387600"/>
              <a:gd name="connisteX2" fmla="*/ 2514600 w 2514600"/>
              <a:gd name="connsiteY2" fmla="*/ 2184400 h 2387600"/>
              <a:gd name="connisteX3" fmla="*/ 2311400 w 2514600"/>
              <a:gd name="connsiteY3" fmla="*/ 2387600 h 2387600"/>
              <a:gd name="connisteX4" fmla="*/ 203200 w 2514600"/>
              <a:gd name="connsiteY4" fmla="*/ 2387600 h 2387600"/>
              <a:gd name="connisteX5" fmla="*/ 0 w 2514600"/>
              <a:gd name="connsiteY5" fmla="*/ 2184400 h 2387600"/>
              <a:gd name="connisteX6" fmla="*/ 0 w 25146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387600">
                <a:moveTo>
                  <a:pt x="0" y="0"/>
                </a:moveTo>
                <a:lnTo>
                  <a:pt x="2514600" y="0"/>
                </a:lnTo>
                <a:lnTo>
                  <a:pt x="2514600" y="2184400"/>
                </a:lnTo>
                <a:cubicBezTo>
                  <a:pt x="2514600" y="2296624"/>
                  <a:pt x="2423624" y="2387600"/>
                  <a:pt x="23114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图片占位符 7"/>
          <p:cNvSpPr>
            <a:spLocks noGrp="1"/>
          </p:cNvSpPr>
          <p:nvPr>
            <p:ph type="pic" idx="16395" hasCustomPrompt="1"/>
            <p:custDataLst>
              <p:tags r:id="rId3"/>
            </p:custDataLst>
          </p:nvPr>
        </p:nvSpPr>
        <p:spPr>
          <a:xfrm>
            <a:off x="6096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4064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4521200"/>
            <a:ext cx="190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6"/>
            </p:custDataLst>
          </p:nvPr>
        </p:nvSpPr>
        <p:spPr>
          <a:xfrm>
            <a:off x="3429000" y="3860800"/>
            <a:ext cx="2514600" cy="2387600"/>
          </a:xfrm>
          <a:custGeom>
            <a:avLst/>
            <a:gdLst>
              <a:gd name="connisteX0" fmla="*/ 0 w 2514600"/>
              <a:gd name="connsiteY0" fmla="*/ 0 h 2387600"/>
              <a:gd name="connisteX1" fmla="*/ 2514600 w 2514600"/>
              <a:gd name="connsiteY1" fmla="*/ 0 h 2387600"/>
              <a:gd name="connisteX2" fmla="*/ 2514600 w 2514600"/>
              <a:gd name="connsiteY2" fmla="*/ 2184400 h 2387600"/>
              <a:gd name="connisteX3" fmla="*/ 2311400 w 2514600"/>
              <a:gd name="connsiteY3" fmla="*/ 2387600 h 2387600"/>
              <a:gd name="connisteX4" fmla="*/ 203200 w 2514600"/>
              <a:gd name="connsiteY4" fmla="*/ 2387600 h 2387600"/>
              <a:gd name="connisteX5" fmla="*/ 0 w 2514600"/>
              <a:gd name="connsiteY5" fmla="*/ 2184400 h 2387600"/>
              <a:gd name="connisteX6" fmla="*/ 0 w 25146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387600">
                <a:moveTo>
                  <a:pt x="0" y="0"/>
                </a:moveTo>
                <a:lnTo>
                  <a:pt x="2514600" y="0"/>
                </a:lnTo>
                <a:lnTo>
                  <a:pt x="2514600" y="2184400"/>
                </a:lnTo>
                <a:cubicBezTo>
                  <a:pt x="2514600" y="2296624"/>
                  <a:pt x="2423624" y="2387600"/>
                  <a:pt x="23114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图片占位符 11"/>
          <p:cNvSpPr>
            <a:spLocks noGrp="1"/>
          </p:cNvSpPr>
          <p:nvPr>
            <p:ph type="pic" idx="16397" hasCustomPrompt="1"/>
            <p:custDataLst>
              <p:tags r:id="rId7"/>
            </p:custDataLst>
          </p:nvPr>
        </p:nvSpPr>
        <p:spPr>
          <a:xfrm>
            <a:off x="34290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3733800" y="4064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3733800" y="4521200"/>
            <a:ext cx="190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398" hasCustomPrompt="1"/>
            <p:custDataLst>
              <p:tags r:id="rId10"/>
            </p:custDataLst>
          </p:nvPr>
        </p:nvSpPr>
        <p:spPr>
          <a:xfrm>
            <a:off x="6248400" y="3860800"/>
            <a:ext cx="2514600" cy="2387600"/>
          </a:xfrm>
          <a:custGeom>
            <a:avLst/>
            <a:gdLst>
              <a:gd name="connisteX0" fmla="*/ 0 w 2514600"/>
              <a:gd name="connsiteY0" fmla="*/ 0 h 2387600"/>
              <a:gd name="connisteX1" fmla="*/ 2514600 w 2514600"/>
              <a:gd name="connsiteY1" fmla="*/ 0 h 2387600"/>
              <a:gd name="connisteX2" fmla="*/ 2514600 w 2514600"/>
              <a:gd name="connsiteY2" fmla="*/ 2184400 h 2387600"/>
              <a:gd name="connisteX3" fmla="*/ 2311400 w 2514600"/>
              <a:gd name="connsiteY3" fmla="*/ 2387600 h 2387600"/>
              <a:gd name="connisteX4" fmla="*/ 203200 w 2514600"/>
              <a:gd name="connsiteY4" fmla="*/ 2387600 h 2387600"/>
              <a:gd name="connisteX5" fmla="*/ 0 w 2514600"/>
              <a:gd name="connsiteY5" fmla="*/ 2184400 h 2387600"/>
              <a:gd name="connisteX6" fmla="*/ 0 w 25146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387600">
                <a:moveTo>
                  <a:pt x="0" y="0"/>
                </a:moveTo>
                <a:lnTo>
                  <a:pt x="2514600" y="0"/>
                </a:lnTo>
                <a:lnTo>
                  <a:pt x="2514600" y="2184400"/>
                </a:lnTo>
                <a:cubicBezTo>
                  <a:pt x="2514600" y="2296624"/>
                  <a:pt x="2423624" y="2387600"/>
                  <a:pt x="23114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6" name="图片占位符 15"/>
          <p:cNvSpPr>
            <a:spLocks noGrp="1"/>
          </p:cNvSpPr>
          <p:nvPr>
            <p:ph type="pic" idx="16399" hasCustomPrompt="1"/>
            <p:custDataLst>
              <p:tags r:id="rId11"/>
            </p:custDataLst>
          </p:nvPr>
        </p:nvSpPr>
        <p:spPr>
          <a:xfrm>
            <a:off x="62484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6553200" y="4064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6553200" y="4521200"/>
            <a:ext cx="190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9" name="装饰  8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9067800" y="3860800"/>
            <a:ext cx="2514600" cy="2387600"/>
          </a:xfrm>
          <a:custGeom>
            <a:avLst/>
            <a:gdLst>
              <a:gd name="connisteX0" fmla="*/ 0 w 2514600"/>
              <a:gd name="connsiteY0" fmla="*/ 0 h 2387600"/>
              <a:gd name="connisteX1" fmla="*/ 2514600 w 2514600"/>
              <a:gd name="connsiteY1" fmla="*/ 0 h 2387600"/>
              <a:gd name="connisteX2" fmla="*/ 2514600 w 2514600"/>
              <a:gd name="connsiteY2" fmla="*/ 2184400 h 2387600"/>
              <a:gd name="connisteX3" fmla="*/ 2311400 w 2514600"/>
              <a:gd name="connsiteY3" fmla="*/ 2387600 h 2387600"/>
              <a:gd name="connisteX4" fmla="*/ 203200 w 2514600"/>
              <a:gd name="connsiteY4" fmla="*/ 2387600 h 2387600"/>
              <a:gd name="connisteX5" fmla="*/ 0 w 2514600"/>
              <a:gd name="connsiteY5" fmla="*/ 2184400 h 2387600"/>
              <a:gd name="connisteX6" fmla="*/ 0 w 25146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387600">
                <a:moveTo>
                  <a:pt x="0" y="0"/>
                </a:moveTo>
                <a:lnTo>
                  <a:pt x="2514600" y="0"/>
                </a:lnTo>
                <a:lnTo>
                  <a:pt x="2514600" y="2184400"/>
                </a:lnTo>
                <a:cubicBezTo>
                  <a:pt x="2514600" y="2296624"/>
                  <a:pt x="2423624" y="2387600"/>
                  <a:pt x="23114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0" name="图片占位符 19"/>
          <p:cNvSpPr>
            <a:spLocks noGrp="1"/>
          </p:cNvSpPr>
          <p:nvPr>
            <p:ph type="pic" idx="16401" hasCustomPrompt="1"/>
            <p:custDataLst>
              <p:tags r:id="rId15"/>
            </p:custDataLst>
          </p:nvPr>
        </p:nvSpPr>
        <p:spPr>
          <a:xfrm>
            <a:off x="9067800" y="1524000"/>
            <a:ext cx="2514600" cy="2336800"/>
          </a:xfrm>
          <a:custGeom>
            <a:avLst/>
            <a:gdLst>
              <a:gd name="connisteX0" fmla="*/ 0 w 2514600"/>
              <a:gd name="connsiteY0" fmla="*/ 203200 h 2336800"/>
              <a:gd name="connisteX1" fmla="*/ 203200 w 2514600"/>
              <a:gd name="connsiteY1" fmla="*/ 0 h 2336800"/>
              <a:gd name="connisteX2" fmla="*/ 2311400 w 2514600"/>
              <a:gd name="connsiteY2" fmla="*/ 0 h 2336800"/>
              <a:gd name="connisteX3" fmla="*/ 2514600 w 2514600"/>
              <a:gd name="connsiteY3" fmla="*/ 203200 h 2336800"/>
              <a:gd name="connisteX4" fmla="*/ 2514600 w 2514600"/>
              <a:gd name="connsiteY4" fmla="*/ 2336800 h 2336800"/>
              <a:gd name="connisteX5" fmla="*/ 0 w 2514600"/>
              <a:gd name="connsiteY5" fmla="*/ 2336800 h 2336800"/>
              <a:gd name="connisteX6" fmla="*/ 0 w 25146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9372600" y="4064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372600" y="4521200"/>
            <a:ext cx="190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2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3"/>
            </p:custDataLst>
          </p:nvPr>
        </p:nvSpPr>
        <p:spPr>
          <a:xfrm>
            <a:off x="15748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1016000" y="37846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1016000" y="43434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53340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775200" y="37846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775200" y="43434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90932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8534400" y="37846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8534400" y="43434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21_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2362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609600" y="2667000"/>
            <a:ext cx="2362200" cy="335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</a:p>
        </p:txBody>
      </p:sp>
      <p:sp>
        <p:nvSpPr>
          <p:cNvPr id="8" name="装饰  7"/>
          <p:cNvSpPr>
            <a:spLocks noGrp="1"/>
          </p:cNvSpPr>
          <p:nvPr>
            <p:ph type="body" idx="16397" hasCustomPrompt="1"/>
            <p:custDataLst>
              <p:tags r:id="rId3"/>
            </p:custDataLst>
          </p:nvPr>
        </p:nvSpPr>
        <p:spPr>
          <a:xfrm>
            <a:off x="3581400" y="609600"/>
            <a:ext cx="2565400" cy="2743200"/>
          </a:xfrm>
          <a:custGeom>
            <a:avLst/>
            <a:gdLst>
              <a:gd name="connisteX0" fmla="*/ 0 w 2565400"/>
              <a:gd name="connsiteY0" fmla="*/ 203200 h 2743200"/>
              <a:gd name="connisteX1" fmla="*/ 203200 w 2565400"/>
              <a:gd name="connsiteY1" fmla="*/ 0 h 2743200"/>
              <a:gd name="connisteX2" fmla="*/ 2362200 w 2565400"/>
              <a:gd name="connsiteY2" fmla="*/ 0 h 2743200"/>
              <a:gd name="connisteX3" fmla="*/ 2565400 w 2565400"/>
              <a:gd name="connsiteY3" fmla="*/ 203200 h 2743200"/>
              <a:gd name="connisteX4" fmla="*/ 2565400 w 2565400"/>
              <a:gd name="connsiteY4" fmla="*/ 2540000 h 2743200"/>
              <a:gd name="connisteX5" fmla="*/ 2362200 w 2565400"/>
              <a:gd name="connsiteY5" fmla="*/ 2743200 h 2743200"/>
              <a:gd name="connisteX6" fmla="*/ 203200 w 2565400"/>
              <a:gd name="connsiteY6" fmla="*/ 2743200 h 2743200"/>
              <a:gd name="connisteX7" fmla="*/ 0 w 2565400"/>
              <a:gd name="connsiteY7" fmla="*/ 2540000 h 2743200"/>
              <a:gd name="connisteX8" fmla="*/ 0 w 25654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654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62200" y="0"/>
                </a:lnTo>
                <a:cubicBezTo>
                  <a:pt x="2474424" y="0"/>
                  <a:pt x="2565400" y="90976"/>
                  <a:pt x="2565400" y="203200"/>
                </a:cubicBezTo>
                <a:lnTo>
                  <a:pt x="2565400" y="2540000"/>
                </a:lnTo>
                <a:cubicBezTo>
                  <a:pt x="2565400" y="2652224"/>
                  <a:pt x="2474424" y="2743200"/>
                  <a:pt x="23622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3886200" y="1397000"/>
            <a:ext cx="1955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3886200" y="1955800"/>
            <a:ext cx="1955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8" hasCustomPrompt="1"/>
            <p:custDataLst>
              <p:tags r:id="rId6"/>
            </p:custDataLst>
          </p:nvPr>
        </p:nvSpPr>
        <p:spPr>
          <a:xfrm>
            <a:off x="6299200" y="609600"/>
            <a:ext cx="2565400" cy="2743200"/>
          </a:xfrm>
          <a:custGeom>
            <a:avLst/>
            <a:gdLst>
              <a:gd name="connisteX0" fmla="*/ 0 w 2565400"/>
              <a:gd name="connsiteY0" fmla="*/ 203200 h 2743200"/>
              <a:gd name="connisteX1" fmla="*/ 203200 w 2565400"/>
              <a:gd name="connsiteY1" fmla="*/ 0 h 2743200"/>
              <a:gd name="connisteX2" fmla="*/ 2362200 w 2565400"/>
              <a:gd name="connsiteY2" fmla="*/ 0 h 2743200"/>
              <a:gd name="connisteX3" fmla="*/ 2565400 w 2565400"/>
              <a:gd name="connsiteY3" fmla="*/ 203200 h 2743200"/>
              <a:gd name="connisteX4" fmla="*/ 2565400 w 2565400"/>
              <a:gd name="connsiteY4" fmla="*/ 2540000 h 2743200"/>
              <a:gd name="connisteX5" fmla="*/ 2362200 w 2565400"/>
              <a:gd name="connsiteY5" fmla="*/ 2743200 h 2743200"/>
              <a:gd name="connisteX6" fmla="*/ 203200 w 2565400"/>
              <a:gd name="connsiteY6" fmla="*/ 2743200 h 2743200"/>
              <a:gd name="connisteX7" fmla="*/ 0 w 2565400"/>
              <a:gd name="connsiteY7" fmla="*/ 2540000 h 2743200"/>
              <a:gd name="connisteX8" fmla="*/ 0 w 25654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654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62200" y="0"/>
                </a:lnTo>
                <a:cubicBezTo>
                  <a:pt x="2474424" y="0"/>
                  <a:pt x="2565400" y="90976"/>
                  <a:pt x="2565400" y="203200"/>
                </a:cubicBezTo>
                <a:lnTo>
                  <a:pt x="2565400" y="2540000"/>
                </a:lnTo>
                <a:cubicBezTo>
                  <a:pt x="2565400" y="2652224"/>
                  <a:pt x="2474424" y="2743200"/>
                  <a:pt x="23622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604000" y="1397000"/>
            <a:ext cx="1955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604000" y="1955800"/>
            <a:ext cx="1955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16399" hasCustomPrompt="1"/>
            <p:custDataLst>
              <p:tags r:id="rId9"/>
            </p:custDataLst>
          </p:nvPr>
        </p:nvSpPr>
        <p:spPr>
          <a:xfrm>
            <a:off x="9017000" y="609600"/>
            <a:ext cx="2565400" cy="2743200"/>
          </a:xfrm>
          <a:custGeom>
            <a:avLst/>
            <a:gdLst>
              <a:gd name="connisteX0" fmla="*/ 0 w 2565400"/>
              <a:gd name="connsiteY0" fmla="*/ 203200 h 2743200"/>
              <a:gd name="connisteX1" fmla="*/ 203200 w 2565400"/>
              <a:gd name="connsiteY1" fmla="*/ 0 h 2743200"/>
              <a:gd name="connisteX2" fmla="*/ 2362200 w 2565400"/>
              <a:gd name="connsiteY2" fmla="*/ 0 h 2743200"/>
              <a:gd name="connisteX3" fmla="*/ 2565400 w 2565400"/>
              <a:gd name="connsiteY3" fmla="*/ 203200 h 2743200"/>
              <a:gd name="connisteX4" fmla="*/ 2565400 w 2565400"/>
              <a:gd name="connsiteY4" fmla="*/ 2540000 h 2743200"/>
              <a:gd name="connisteX5" fmla="*/ 2362200 w 2565400"/>
              <a:gd name="connsiteY5" fmla="*/ 2743200 h 2743200"/>
              <a:gd name="connisteX6" fmla="*/ 203200 w 2565400"/>
              <a:gd name="connsiteY6" fmla="*/ 2743200 h 2743200"/>
              <a:gd name="connisteX7" fmla="*/ 0 w 2565400"/>
              <a:gd name="connsiteY7" fmla="*/ 2540000 h 2743200"/>
              <a:gd name="connisteX8" fmla="*/ 0 w 25654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654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62200" y="0"/>
                </a:lnTo>
                <a:cubicBezTo>
                  <a:pt x="2474424" y="0"/>
                  <a:pt x="2565400" y="90976"/>
                  <a:pt x="2565400" y="203200"/>
                </a:cubicBezTo>
                <a:lnTo>
                  <a:pt x="2565400" y="2540000"/>
                </a:lnTo>
                <a:cubicBezTo>
                  <a:pt x="2565400" y="2652224"/>
                  <a:pt x="2474424" y="2743200"/>
                  <a:pt x="23622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21800" y="1397000"/>
            <a:ext cx="1955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92" hasCustomPrompt="1"/>
            <p:custDataLst>
              <p:tags r:id="rId11"/>
            </p:custDataLst>
          </p:nvPr>
        </p:nvSpPr>
        <p:spPr>
          <a:xfrm>
            <a:off x="9321800" y="1955800"/>
            <a:ext cx="1955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7" name="装饰  6"/>
          <p:cNvSpPr>
            <a:spLocks noGrp="1"/>
          </p:cNvSpPr>
          <p:nvPr>
            <p:ph type="body" idx="16400" hasCustomPrompt="1"/>
            <p:custDataLst>
              <p:tags r:id="rId12"/>
            </p:custDataLst>
          </p:nvPr>
        </p:nvSpPr>
        <p:spPr>
          <a:xfrm>
            <a:off x="3581400" y="3505200"/>
            <a:ext cx="2565400" cy="2743200"/>
          </a:xfrm>
          <a:custGeom>
            <a:avLst/>
            <a:gdLst>
              <a:gd name="connisteX0" fmla="*/ 0 w 2565400"/>
              <a:gd name="connsiteY0" fmla="*/ 203200 h 2743200"/>
              <a:gd name="connisteX1" fmla="*/ 203200 w 2565400"/>
              <a:gd name="connsiteY1" fmla="*/ 0 h 2743200"/>
              <a:gd name="connisteX2" fmla="*/ 2362200 w 2565400"/>
              <a:gd name="connsiteY2" fmla="*/ 0 h 2743200"/>
              <a:gd name="connisteX3" fmla="*/ 2565400 w 2565400"/>
              <a:gd name="connsiteY3" fmla="*/ 203200 h 2743200"/>
              <a:gd name="connisteX4" fmla="*/ 2565400 w 2565400"/>
              <a:gd name="connsiteY4" fmla="*/ 2540000 h 2743200"/>
              <a:gd name="connisteX5" fmla="*/ 2362200 w 2565400"/>
              <a:gd name="connsiteY5" fmla="*/ 2743200 h 2743200"/>
              <a:gd name="connisteX6" fmla="*/ 203200 w 2565400"/>
              <a:gd name="connsiteY6" fmla="*/ 2743200 h 2743200"/>
              <a:gd name="connisteX7" fmla="*/ 0 w 2565400"/>
              <a:gd name="connsiteY7" fmla="*/ 2540000 h 2743200"/>
              <a:gd name="connisteX8" fmla="*/ 0 w 25654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654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62200" y="0"/>
                </a:lnTo>
                <a:cubicBezTo>
                  <a:pt x="2474424" y="0"/>
                  <a:pt x="2565400" y="90976"/>
                  <a:pt x="2565400" y="203200"/>
                </a:cubicBezTo>
                <a:lnTo>
                  <a:pt x="2565400" y="2540000"/>
                </a:lnTo>
                <a:cubicBezTo>
                  <a:pt x="2565400" y="2652224"/>
                  <a:pt x="2474424" y="2743200"/>
                  <a:pt x="23622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3886200" y="4292600"/>
            <a:ext cx="1955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4" hasCustomPrompt="1"/>
            <p:custDataLst>
              <p:tags r:id="rId14"/>
            </p:custDataLst>
          </p:nvPr>
        </p:nvSpPr>
        <p:spPr>
          <a:xfrm>
            <a:off x="3886200" y="4851400"/>
            <a:ext cx="1955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20" name="装饰  9"/>
          <p:cNvSpPr>
            <a:spLocks noGrp="1"/>
          </p:cNvSpPr>
          <p:nvPr>
            <p:ph type="body" idx="16401" hasCustomPrompt="1"/>
            <p:custDataLst>
              <p:tags r:id="rId15"/>
            </p:custDataLst>
          </p:nvPr>
        </p:nvSpPr>
        <p:spPr>
          <a:xfrm>
            <a:off x="6299200" y="3505200"/>
            <a:ext cx="2565400" cy="2743200"/>
          </a:xfrm>
          <a:custGeom>
            <a:avLst/>
            <a:gdLst>
              <a:gd name="connisteX0" fmla="*/ 0 w 2565400"/>
              <a:gd name="connsiteY0" fmla="*/ 203200 h 2743200"/>
              <a:gd name="connisteX1" fmla="*/ 203200 w 2565400"/>
              <a:gd name="connsiteY1" fmla="*/ 0 h 2743200"/>
              <a:gd name="connisteX2" fmla="*/ 2362200 w 2565400"/>
              <a:gd name="connsiteY2" fmla="*/ 0 h 2743200"/>
              <a:gd name="connisteX3" fmla="*/ 2565400 w 2565400"/>
              <a:gd name="connsiteY3" fmla="*/ 203200 h 2743200"/>
              <a:gd name="connisteX4" fmla="*/ 2565400 w 2565400"/>
              <a:gd name="connsiteY4" fmla="*/ 2540000 h 2743200"/>
              <a:gd name="connisteX5" fmla="*/ 2362200 w 2565400"/>
              <a:gd name="connsiteY5" fmla="*/ 2743200 h 2743200"/>
              <a:gd name="connisteX6" fmla="*/ 203200 w 2565400"/>
              <a:gd name="connsiteY6" fmla="*/ 2743200 h 2743200"/>
              <a:gd name="connisteX7" fmla="*/ 0 w 2565400"/>
              <a:gd name="connsiteY7" fmla="*/ 2540000 h 2743200"/>
              <a:gd name="connisteX8" fmla="*/ 0 w 2565400"/>
              <a:gd name="connsiteY8" fmla="*/ 203200 h 274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65400" h="274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62200" y="0"/>
                </a:lnTo>
                <a:cubicBezTo>
                  <a:pt x="2474424" y="0"/>
                  <a:pt x="2565400" y="90976"/>
                  <a:pt x="2565400" y="203200"/>
                </a:cubicBezTo>
                <a:lnTo>
                  <a:pt x="2565400" y="2540000"/>
                </a:lnTo>
                <a:cubicBezTo>
                  <a:pt x="2565400" y="2652224"/>
                  <a:pt x="2474424" y="2743200"/>
                  <a:pt x="2362200" y="2743200"/>
                </a:cubicBezTo>
                <a:lnTo>
                  <a:pt x="203200" y="2743200"/>
                </a:lnTo>
                <a:cubicBezTo>
                  <a:pt x="90976" y="2743200"/>
                  <a:pt x="0" y="2652224"/>
                  <a:pt x="0" y="254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5" hasCustomPrompt="1"/>
            <p:custDataLst>
              <p:tags r:id="rId16"/>
            </p:custDataLst>
          </p:nvPr>
        </p:nvSpPr>
        <p:spPr>
          <a:xfrm>
            <a:off x="6604000" y="4292600"/>
            <a:ext cx="1955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6" hasCustomPrompt="1"/>
            <p:custDataLst>
              <p:tags r:id="rId17"/>
            </p:custDataLst>
          </p:nvPr>
        </p:nvSpPr>
        <p:spPr>
          <a:xfrm>
            <a:off x="6604000" y="4851400"/>
            <a:ext cx="1955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正文页-6_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6394" hasCustomPrompt="1"/>
            <p:custDataLst>
              <p:tags r:id="rId2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装饰  7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6096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7620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7620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6"/>
            </p:custDataLst>
          </p:nvPr>
        </p:nvSpPr>
        <p:spPr>
          <a:xfrm>
            <a:off x="45339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863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863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9"/>
            </p:custDataLst>
          </p:nvPr>
        </p:nvSpPr>
        <p:spPr>
          <a:xfrm>
            <a:off x="6096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620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7620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2"/>
            </p:custDataLst>
          </p:nvPr>
        </p:nvSpPr>
        <p:spPr>
          <a:xfrm>
            <a:off x="45339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6863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46863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4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2"/>
            </p:custDataLst>
          </p:nvPr>
        </p:nvSpPr>
        <p:spPr>
          <a:xfrm>
            <a:off x="6096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3352800" y="18923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3352800" y="2451100"/>
            <a:ext cx="2590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6393" hasCustomPrompt="1"/>
            <p:custDataLst>
              <p:tags r:id="rId5"/>
            </p:custDataLst>
          </p:nvPr>
        </p:nvSpPr>
        <p:spPr>
          <a:xfrm>
            <a:off x="62484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8991600" y="18923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8991600" y="2451100"/>
            <a:ext cx="2590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idx="16394" hasCustomPrompt="1"/>
            <p:custDataLst>
              <p:tags r:id="rId8"/>
            </p:custDataLst>
          </p:nvPr>
        </p:nvSpPr>
        <p:spPr>
          <a:xfrm>
            <a:off x="609600" y="40386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3352800" y="44069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3352800" y="4965700"/>
            <a:ext cx="2590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图片占位符 6"/>
          <p:cNvSpPr>
            <a:spLocks noGrp="1"/>
          </p:cNvSpPr>
          <p:nvPr>
            <p:ph type="pic" idx="16394" hasCustomPrompt="1"/>
            <p:custDataLst>
              <p:tags r:id="rId2"/>
            </p:custDataLst>
          </p:nvPr>
        </p:nvSpPr>
        <p:spPr>
          <a:xfrm>
            <a:off x="609600" y="19304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778000" y="1930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1778000" y="24384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图片占位符 9"/>
          <p:cNvSpPr>
            <a:spLocks noGrp="1"/>
          </p:cNvSpPr>
          <p:nvPr>
            <p:ph type="pic" idx="16395" hasCustomPrompt="1"/>
            <p:custDataLst>
              <p:tags r:id="rId5"/>
            </p:custDataLst>
          </p:nvPr>
        </p:nvSpPr>
        <p:spPr>
          <a:xfrm>
            <a:off x="6324600" y="19304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7493000" y="1930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7493000" y="24384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6" hasCustomPrompt="1"/>
            <p:custDataLst>
              <p:tags r:id="rId8"/>
            </p:custDataLst>
          </p:nvPr>
        </p:nvSpPr>
        <p:spPr>
          <a:xfrm>
            <a:off x="609600" y="4114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1778000" y="41148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1778000" y="46228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6324600" y="4114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7493000" y="41148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7493000" y="46228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6096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144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3688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6736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1280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4328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2"/>
            </p:custDataLst>
          </p:nvPr>
        </p:nvSpPr>
        <p:spPr>
          <a:xfrm>
            <a:off x="609600" y="3556000"/>
            <a:ext cx="2514600" cy="2692400"/>
          </a:xfrm>
          <a:custGeom>
            <a:avLst/>
            <a:gdLst>
              <a:gd name="connisteX0" fmla="*/ 0 w 2514600"/>
              <a:gd name="connsiteY0" fmla="*/ 0 h 2692400"/>
              <a:gd name="connisteX1" fmla="*/ 2514600 w 2514600"/>
              <a:gd name="connsiteY1" fmla="*/ 0 h 2692400"/>
              <a:gd name="connisteX2" fmla="*/ 2514600 w 2514600"/>
              <a:gd name="connsiteY2" fmla="*/ 2489200 h 2692400"/>
              <a:gd name="connisteX3" fmla="*/ 2311400 w 2514600"/>
              <a:gd name="connsiteY3" fmla="*/ 2692400 h 2692400"/>
              <a:gd name="connisteX4" fmla="*/ 203200 w 2514600"/>
              <a:gd name="connsiteY4" fmla="*/ 2692400 h 2692400"/>
              <a:gd name="connisteX5" fmla="*/ 0 w 2514600"/>
              <a:gd name="connsiteY5" fmla="*/ 2489200 h 2692400"/>
              <a:gd name="connisteX6" fmla="*/ 0 w 25146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692400">
                <a:moveTo>
                  <a:pt x="0" y="0"/>
                </a:moveTo>
                <a:lnTo>
                  <a:pt x="2514600" y="0"/>
                </a:lnTo>
                <a:lnTo>
                  <a:pt x="2514600" y="2489200"/>
                </a:lnTo>
                <a:cubicBezTo>
                  <a:pt x="2514600" y="2601424"/>
                  <a:pt x="2423624" y="2692400"/>
                  <a:pt x="23114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图片占位符 7"/>
          <p:cNvSpPr>
            <a:spLocks noGrp="1"/>
          </p:cNvSpPr>
          <p:nvPr>
            <p:ph type="pic" idx="16395" hasCustomPrompt="1"/>
            <p:custDataLst>
              <p:tags r:id="rId3"/>
            </p:custDataLst>
          </p:nvPr>
        </p:nvSpPr>
        <p:spPr>
          <a:xfrm>
            <a:off x="6096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6"/>
            </p:custDataLst>
          </p:nvPr>
        </p:nvSpPr>
        <p:spPr>
          <a:xfrm>
            <a:off x="3429000" y="3556000"/>
            <a:ext cx="2514600" cy="2692400"/>
          </a:xfrm>
          <a:custGeom>
            <a:avLst/>
            <a:gdLst>
              <a:gd name="connisteX0" fmla="*/ 0 w 2514600"/>
              <a:gd name="connsiteY0" fmla="*/ 0 h 2692400"/>
              <a:gd name="connisteX1" fmla="*/ 2514600 w 2514600"/>
              <a:gd name="connsiteY1" fmla="*/ 0 h 2692400"/>
              <a:gd name="connisteX2" fmla="*/ 2514600 w 2514600"/>
              <a:gd name="connsiteY2" fmla="*/ 2489200 h 2692400"/>
              <a:gd name="connisteX3" fmla="*/ 2311400 w 2514600"/>
              <a:gd name="connsiteY3" fmla="*/ 2692400 h 2692400"/>
              <a:gd name="connisteX4" fmla="*/ 203200 w 2514600"/>
              <a:gd name="connsiteY4" fmla="*/ 2692400 h 2692400"/>
              <a:gd name="connisteX5" fmla="*/ 0 w 2514600"/>
              <a:gd name="connsiteY5" fmla="*/ 2489200 h 2692400"/>
              <a:gd name="connisteX6" fmla="*/ 0 w 25146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692400">
                <a:moveTo>
                  <a:pt x="0" y="0"/>
                </a:moveTo>
                <a:lnTo>
                  <a:pt x="2514600" y="0"/>
                </a:lnTo>
                <a:lnTo>
                  <a:pt x="2514600" y="2489200"/>
                </a:lnTo>
                <a:cubicBezTo>
                  <a:pt x="2514600" y="2601424"/>
                  <a:pt x="2423624" y="2692400"/>
                  <a:pt x="23114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图片占位符 11"/>
          <p:cNvSpPr>
            <a:spLocks noGrp="1"/>
          </p:cNvSpPr>
          <p:nvPr>
            <p:ph type="pic" idx="16397" hasCustomPrompt="1"/>
            <p:custDataLst>
              <p:tags r:id="rId7"/>
            </p:custDataLst>
          </p:nvPr>
        </p:nvSpPr>
        <p:spPr>
          <a:xfrm>
            <a:off x="34290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37338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37338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398" hasCustomPrompt="1"/>
            <p:custDataLst>
              <p:tags r:id="rId10"/>
            </p:custDataLst>
          </p:nvPr>
        </p:nvSpPr>
        <p:spPr>
          <a:xfrm>
            <a:off x="6248400" y="3556000"/>
            <a:ext cx="2514600" cy="2692400"/>
          </a:xfrm>
          <a:custGeom>
            <a:avLst/>
            <a:gdLst>
              <a:gd name="connisteX0" fmla="*/ 0 w 2514600"/>
              <a:gd name="connsiteY0" fmla="*/ 0 h 2692400"/>
              <a:gd name="connisteX1" fmla="*/ 2514600 w 2514600"/>
              <a:gd name="connsiteY1" fmla="*/ 0 h 2692400"/>
              <a:gd name="connisteX2" fmla="*/ 2514600 w 2514600"/>
              <a:gd name="connsiteY2" fmla="*/ 2489200 h 2692400"/>
              <a:gd name="connisteX3" fmla="*/ 2311400 w 2514600"/>
              <a:gd name="connsiteY3" fmla="*/ 2692400 h 2692400"/>
              <a:gd name="connisteX4" fmla="*/ 203200 w 2514600"/>
              <a:gd name="connsiteY4" fmla="*/ 2692400 h 2692400"/>
              <a:gd name="connisteX5" fmla="*/ 0 w 2514600"/>
              <a:gd name="connsiteY5" fmla="*/ 2489200 h 2692400"/>
              <a:gd name="connisteX6" fmla="*/ 0 w 25146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692400">
                <a:moveTo>
                  <a:pt x="0" y="0"/>
                </a:moveTo>
                <a:lnTo>
                  <a:pt x="2514600" y="0"/>
                </a:lnTo>
                <a:lnTo>
                  <a:pt x="2514600" y="2489200"/>
                </a:lnTo>
                <a:cubicBezTo>
                  <a:pt x="2514600" y="2601424"/>
                  <a:pt x="2423624" y="2692400"/>
                  <a:pt x="23114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6" name="图片占位符 15"/>
          <p:cNvSpPr>
            <a:spLocks noGrp="1"/>
          </p:cNvSpPr>
          <p:nvPr>
            <p:ph type="pic" idx="16399" hasCustomPrompt="1"/>
            <p:custDataLst>
              <p:tags r:id="rId11"/>
            </p:custDataLst>
          </p:nvPr>
        </p:nvSpPr>
        <p:spPr>
          <a:xfrm>
            <a:off x="62484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65532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65532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9" name="装饰  8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9067800" y="3556000"/>
            <a:ext cx="2514600" cy="2692400"/>
          </a:xfrm>
          <a:custGeom>
            <a:avLst/>
            <a:gdLst>
              <a:gd name="connisteX0" fmla="*/ 0 w 2514600"/>
              <a:gd name="connsiteY0" fmla="*/ 0 h 2692400"/>
              <a:gd name="connisteX1" fmla="*/ 2514600 w 2514600"/>
              <a:gd name="connsiteY1" fmla="*/ 0 h 2692400"/>
              <a:gd name="connisteX2" fmla="*/ 2514600 w 2514600"/>
              <a:gd name="connsiteY2" fmla="*/ 2489200 h 2692400"/>
              <a:gd name="connisteX3" fmla="*/ 2311400 w 2514600"/>
              <a:gd name="connsiteY3" fmla="*/ 2692400 h 2692400"/>
              <a:gd name="connisteX4" fmla="*/ 203200 w 2514600"/>
              <a:gd name="connsiteY4" fmla="*/ 2692400 h 2692400"/>
              <a:gd name="connisteX5" fmla="*/ 0 w 2514600"/>
              <a:gd name="connsiteY5" fmla="*/ 2489200 h 2692400"/>
              <a:gd name="connisteX6" fmla="*/ 0 w 25146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692400">
                <a:moveTo>
                  <a:pt x="0" y="0"/>
                </a:moveTo>
                <a:lnTo>
                  <a:pt x="2514600" y="0"/>
                </a:lnTo>
                <a:lnTo>
                  <a:pt x="2514600" y="2489200"/>
                </a:lnTo>
                <a:cubicBezTo>
                  <a:pt x="2514600" y="2601424"/>
                  <a:pt x="2423624" y="2692400"/>
                  <a:pt x="23114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0" name="图片占位符 19"/>
          <p:cNvSpPr>
            <a:spLocks noGrp="1"/>
          </p:cNvSpPr>
          <p:nvPr>
            <p:ph type="pic" idx="16401" hasCustomPrompt="1"/>
            <p:custDataLst>
              <p:tags r:id="rId15"/>
            </p:custDataLst>
          </p:nvPr>
        </p:nvSpPr>
        <p:spPr>
          <a:xfrm>
            <a:off x="9067800" y="1524000"/>
            <a:ext cx="2514600" cy="2032000"/>
          </a:xfrm>
          <a:custGeom>
            <a:avLst/>
            <a:gdLst>
              <a:gd name="connisteX0" fmla="*/ 0 w 2514600"/>
              <a:gd name="connsiteY0" fmla="*/ 203200 h 2032000"/>
              <a:gd name="connisteX1" fmla="*/ 203200 w 2514600"/>
              <a:gd name="connsiteY1" fmla="*/ 0 h 2032000"/>
              <a:gd name="connisteX2" fmla="*/ 2311400 w 2514600"/>
              <a:gd name="connsiteY2" fmla="*/ 0 h 2032000"/>
              <a:gd name="connisteX3" fmla="*/ 2514600 w 2514600"/>
              <a:gd name="connsiteY3" fmla="*/ 203200 h 2032000"/>
              <a:gd name="connisteX4" fmla="*/ 2514600 w 2514600"/>
              <a:gd name="connsiteY4" fmla="*/ 2032000 h 2032000"/>
              <a:gd name="connisteX5" fmla="*/ 0 w 2514600"/>
              <a:gd name="connsiteY5" fmla="*/ 2032000 h 2032000"/>
              <a:gd name="connisteX6" fmla="*/ 0 w 25146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25146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9372600" y="37592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372600" y="42164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图片占位符 6"/>
          <p:cNvSpPr>
            <a:spLocks noGrp="1"/>
          </p:cNvSpPr>
          <p:nvPr>
            <p:ph type="pic" idx="16394" hasCustomPrompt="1"/>
            <p:custDataLst>
              <p:tags r:id="rId2"/>
            </p:custDataLst>
          </p:nvPr>
        </p:nvSpPr>
        <p:spPr>
          <a:xfrm>
            <a:off x="609600" y="2184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2082800" y="19304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2082800" y="24384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图片占位符 9"/>
          <p:cNvSpPr>
            <a:spLocks noGrp="1"/>
          </p:cNvSpPr>
          <p:nvPr>
            <p:ph type="pic" idx="16395" hasCustomPrompt="1"/>
            <p:custDataLst>
              <p:tags r:id="rId5"/>
            </p:custDataLst>
          </p:nvPr>
        </p:nvSpPr>
        <p:spPr>
          <a:xfrm>
            <a:off x="6324600" y="2184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7797800" y="19304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7797800" y="24384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6" hasCustomPrompt="1"/>
            <p:custDataLst>
              <p:tags r:id="rId8"/>
            </p:custDataLst>
          </p:nvPr>
        </p:nvSpPr>
        <p:spPr>
          <a:xfrm>
            <a:off x="609600" y="4368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2082800" y="41148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2082800" y="46228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6324600" y="4368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7797800" y="41148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7797800" y="4622800"/>
            <a:ext cx="3784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2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3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736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84328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41910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6394" hasCustomPrompt="1"/>
            <p:custDataLst>
              <p:tags r:id="rId2"/>
            </p:custDataLst>
          </p:nvPr>
        </p:nvSpPr>
        <p:spPr>
          <a:xfrm>
            <a:off x="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0" t="0" r="0" b="0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装饰  7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41910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43434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43434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6"/>
            </p:custDataLst>
          </p:nvPr>
        </p:nvSpPr>
        <p:spPr>
          <a:xfrm>
            <a:off x="81153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82677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82677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9"/>
            </p:custDataLst>
          </p:nvPr>
        </p:nvSpPr>
        <p:spPr>
          <a:xfrm>
            <a:off x="41910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43434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43434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2"/>
            </p:custDataLst>
          </p:nvPr>
        </p:nvSpPr>
        <p:spPr>
          <a:xfrm>
            <a:off x="81153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82677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82677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6396" hasCustomPrompt="1"/>
            <p:custDataLst>
              <p:tags r:id="rId2"/>
            </p:custDataLst>
          </p:nvPr>
        </p:nvSpPr>
        <p:spPr>
          <a:xfrm>
            <a:off x="609600" y="1524000"/>
            <a:ext cx="3581400" cy="4724400"/>
          </a:xfrm>
          <a:custGeom>
            <a:avLst/>
            <a:gdLst>
              <a:gd name="connisteX0" fmla="*/ 0 w 3581400"/>
              <a:gd name="connsiteY0" fmla="*/ 203200 h 4724400"/>
              <a:gd name="connisteX1" fmla="*/ 203200 w 3581400"/>
              <a:gd name="connsiteY1" fmla="*/ 0 h 4724400"/>
              <a:gd name="connisteX2" fmla="*/ 3581400 w 3581400"/>
              <a:gd name="connsiteY2" fmla="*/ 0 h 4724400"/>
              <a:gd name="connisteX3" fmla="*/ 3581400 w 3581400"/>
              <a:gd name="connsiteY3" fmla="*/ 4724400 h 4724400"/>
              <a:gd name="connisteX4" fmla="*/ 203200 w 3581400"/>
              <a:gd name="connsiteY4" fmla="*/ 4724400 h 4724400"/>
              <a:gd name="connisteX5" fmla="*/ 0 w 3581400"/>
              <a:gd name="connsiteY5" fmla="*/ 4521200 h 4724400"/>
              <a:gd name="connisteX6" fmla="*/ 0 w 3581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581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81400" y="0"/>
                </a:lnTo>
                <a:lnTo>
                  <a:pt x="3581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装饰  7"/>
          <p:cNvSpPr>
            <a:spLocks noGrp="1"/>
          </p:cNvSpPr>
          <p:nvPr>
            <p:ph type="body" idx="16397" hasCustomPrompt="1"/>
            <p:custDataLst>
              <p:tags r:id="rId3"/>
            </p:custDataLst>
          </p:nvPr>
        </p:nvSpPr>
        <p:spPr>
          <a:xfrm>
            <a:off x="4191000" y="1524000"/>
            <a:ext cx="7391400" cy="4724400"/>
          </a:xfrm>
          <a:custGeom>
            <a:avLst/>
            <a:gdLst>
              <a:gd name="connisteX0" fmla="*/ 0 w 7391400"/>
              <a:gd name="connsiteY0" fmla="*/ 0 h 4724400"/>
              <a:gd name="connisteX1" fmla="*/ 7188200 w 7391400"/>
              <a:gd name="connsiteY1" fmla="*/ 0 h 4724400"/>
              <a:gd name="connisteX2" fmla="*/ 7391400 w 7391400"/>
              <a:gd name="connsiteY2" fmla="*/ 203200 h 4724400"/>
              <a:gd name="connisteX3" fmla="*/ 7391400 w 7391400"/>
              <a:gd name="connsiteY3" fmla="*/ 4521200 h 4724400"/>
              <a:gd name="connisteX4" fmla="*/ 7188200 w 7391400"/>
              <a:gd name="connsiteY4" fmla="*/ 4724400 h 4724400"/>
              <a:gd name="connisteX5" fmla="*/ 0 w 7391400"/>
              <a:gd name="connsiteY5" fmla="*/ 4724400 h 4724400"/>
              <a:gd name="connisteX6" fmla="*/ 0 w 739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7391400" h="4724400">
                <a:moveTo>
                  <a:pt x="0" y="0"/>
                </a:moveTo>
                <a:lnTo>
                  <a:pt x="7188200" y="0"/>
                </a:lnTo>
                <a:cubicBezTo>
                  <a:pt x="7300424" y="0"/>
                  <a:pt x="7391400" y="90976"/>
                  <a:pt x="7391400" y="203200"/>
                </a:cubicBezTo>
                <a:lnTo>
                  <a:pt x="7391400" y="4521200"/>
                </a:lnTo>
                <a:cubicBezTo>
                  <a:pt x="7391400" y="4633424"/>
                  <a:pt x="7300424" y="4724400"/>
                  <a:pt x="718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4648200" y="2133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4648200" y="2692400"/>
            <a:ext cx="30099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8115300" y="21336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8115300" y="2692400"/>
            <a:ext cx="30099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4648200" y="34544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4648200" y="4013200"/>
            <a:ext cx="30099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8115300" y="34544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8115300" y="4013200"/>
            <a:ext cx="30099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4648200" y="4775200"/>
            <a:ext cx="30099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4648200" y="5334000"/>
            <a:ext cx="30099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2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3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762000" y="228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762000" y="279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62000" y="3708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762000" y="42164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9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62000" y="513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762000" y="5638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2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8" name="图片占位符 7"/>
          <p:cNvSpPr>
            <a:spLocks noGrp="1"/>
          </p:cNvSpPr>
          <p:nvPr>
            <p:ph type="pic" idx="16395" hasCustomPrompt="1"/>
            <p:custDataLst>
              <p:tags r:id="rId3"/>
            </p:custDataLst>
          </p:nvPr>
        </p:nvSpPr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387600" y="20701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2387600" y="25781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6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12" name="图片占位符 11"/>
          <p:cNvSpPr>
            <a:spLocks noGrp="1"/>
          </p:cNvSpPr>
          <p:nvPr>
            <p:ph type="pic" idx="16397" hasCustomPrompt="1"/>
            <p:custDataLst>
              <p:tags r:id="rId7"/>
            </p:custDataLst>
          </p:nvPr>
        </p:nvSpPr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8026400" y="20701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8026400" y="25781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398" hasCustomPrompt="1"/>
            <p:custDataLst>
              <p:tags r:id="rId10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16" name="图片占位符 15"/>
          <p:cNvSpPr>
            <a:spLocks noGrp="1"/>
          </p:cNvSpPr>
          <p:nvPr>
            <p:ph type="pic" idx="16399" hasCustomPrompt="1"/>
            <p:custDataLst>
              <p:tags r:id="rId11"/>
            </p:custDataLst>
          </p:nvPr>
        </p:nvSpPr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2387600" y="45847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2387600" y="50927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9" name="装饰  8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20" name="图片占位符 19"/>
          <p:cNvSpPr>
            <a:spLocks noGrp="1"/>
          </p:cNvSpPr>
          <p:nvPr>
            <p:ph type="pic" idx="16401" hasCustomPrompt="1"/>
            <p:custDataLst>
              <p:tags r:id="rId15"/>
            </p:custDataLst>
          </p:nvPr>
        </p:nvSpPr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8026400" y="45847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8026400" y="5092700"/>
            <a:ext cx="3251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2"/>
            </p:custDataLst>
          </p:nvPr>
        </p:nvSpPr>
        <p:spPr>
          <a:xfrm>
            <a:off x="6096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3"/>
            </p:custDataLst>
          </p:nvPr>
        </p:nvSpPr>
        <p:spPr>
          <a:xfrm>
            <a:off x="6096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43688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43688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736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736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81280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81280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rect l="0" t="0" r="0" b="0"/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8432800" y="4216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项标题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3"/>
            </p:custDataLst>
          </p:nvPr>
        </p:nvSpPr>
        <p:spPr>
          <a:xfrm>
            <a:off x="8432800" y="47244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5126A-A70D-4C97-8D48-0F10C2EC76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/>
          <p:cNvSpPr/>
          <p:nvPr userDrawn="1"/>
        </p:nvSpPr>
        <p:spPr>
          <a:xfrm>
            <a:off x="1" y="0"/>
            <a:ext cx="12192000" cy="6858000"/>
          </a:xfrm>
          <a:custGeom>
            <a:avLst/>
            <a:gdLst>
              <a:gd name="connsiteX0" fmla="*/ 0 w 9144000"/>
              <a:gd name="connsiteY0" fmla="*/ 5143500 h 5143500"/>
              <a:gd name="connsiteX1" fmla="*/ 9144000 w 9144000"/>
              <a:gd name="connsiteY1" fmla="*/ 5143500 h 5143500"/>
              <a:gd name="connsiteX2" fmla="*/ 9144000 w 9144000"/>
              <a:gd name="connsiteY2" fmla="*/ 0 h 5143500"/>
              <a:gd name="connsiteX3" fmla="*/ 0 w 9144000"/>
              <a:gd name="connsiteY3" fmla="*/ 0 h 5143500"/>
              <a:gd name="connsiteX4" fmla="*/ 0 w 9144000"/>
              <a:gd name="connsiteY4" fmla="*/ 5143500 h 5143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5143500">
                <a:moveTo>
                  <a:pt x="0" y="5143500"/>
                </a:move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lnTo>
                  <a:pt x="0" y="5143500"/>
                </a:lnTo>
              </a:path>
            </a:pathLst>
          </a:custGeom>
          <a:solidFill>
            <a:srgbClr val="FAFAFC">
              <a:alpha val="53725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9" tIns="60944" rIns="121889" bIns="60944" rtlCol="0" anchor="ctr"/>
          <a:lstStyle/>
          <a:p>
            <a:pPr algn="ctr"/>
            <a:endParaRPr lang="zh-CN" alt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4600" y="293469"/>
            <a:ext cx="7855919" cy="697132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413243"/>
            <a:ext cx="10972800" cy="484734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5477" y="293470"/>
            <a:ext cx="1019671" cy="75981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9" tIns="60944" rIns="121889" bIns="60944" rtlCol="0" anchor="ctr"/>
          <a:lstStyle/>
          <a:p>
            <a:pPr lvl="0" algn="ctr"/>
            <a:endParaRPr lang="zh-CN" altLang="en-US" sz="1800" dirty="0"/>
          </a:p>
        </p:txBody>
      </p:sp>
      <p:sp>
        <p:nvSpPr>
          <p:cNvPr id="11" name="矩形 10"/>
          <p:cNvSpPr/>
          <p:nvPr userDrawn="1"/>
        </p:nvSpPr>
        <p:spPr>
          <a:xfrm>
            <a:off x="1054784" y="293470"/>
            <a:ext cx="96000" cy="75981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9" tIns="60944" rIns="121889" bIns="60944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12" name="矩形 11"/>
          <p:cNvSpPr/>
          <p:nvPr userDrawn="1"/>
        </p:nvSpPr>
        <p:spPr>
          <a:xfrm>
            <a:off x="12009706" y="293469"/>
            <a:ext cx="151815" cy="697132"/>
          </a:xfrm>
          <a:prstGeom prst="rect">
            <a:avLst/>
          </a:prstGeom>
          <a:solidFill>
            <a:srgbClr val="3B3F6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9" tIns="60944" rIns="121889" bIns="60944"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3" name="矩形 12"/>
          <p:cNvSpPr/>
          <p:nvPr userDrawn="1"/>
        </p:nvSpPr>
        <p:spPr>
          <a:xfrm>
            <a:off x="11892276" y="293469"/>
            <a:ext cx="96000" cy="6971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9" tIns="60944" rIns="121889" bIns="60944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7" r:id="rId35"/>
    <p:sldLayoutId id="2147483698" r:id="rId36"/>
    <p:sldLayoutId id="2147483699" r:id="rId37"/>
  </p:sldLayoutIdLst>
  <p:hf hdr="0" ftr="0" dt="0"/>
  <p:txStyles>
    <p:titleStyle>
      <a:lvl1pPr algn="l" defTabSz="12192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1219200" rtl="0" eaLnBrk="1" latinLnBrk="0" hangingPunct="1">
        <a:lnSpc>
          <a:spcPct val="120000"/>
        </a:lnSpc>
        <a:spcBef>
          <a:spcPct val="20000"/>
        </a:spcBef>
        <a:buFont typeface="Wingdings" panose="05000000000000000000" pitchFamily="2" charset="2"/>
        <a:buChar char="l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5233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132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5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73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33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93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3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319.xml"/><Relationship Id="rId18" Type="http://schemas.openxmlformats.org/officeDocument/2006/relationships/tags" Target="../tags/tag324.xml"/><Relationship Id="rId26" Type="http://schemas.openxmlformats.org/officeDocument/2006/relationships/tags" Target="../tags/tag332.xml"/><Relationship Id="rId3" Type="http://schemas.openxmlformats.org/officeDocument/2006/relationships/tags" Target="../tags/tag309.xml"/><Relationship Id="rId21" Type="http://schemas.openxmlformats.org/officeDocument/2006/relationships/tags" Target="../tags/tag327.xml"/><Relationship Id="rId7" Type="http://schemas.openxmlformats.org/officeDocument/2006/relationships/tags" Target="../tags/tag313.xml"/><Relationship Id="rId12" Type="http://schemas.openxmlformats.org/officeDocument/2006/relationships/tags" Target="../tags/tag318.xml"/><Relationship Id="rId17" Type="http://schemas.openxmlformats.org/officeDocument/2006/relationships/tags" Target="../tags/tag323.xml"/><Relationship Id="rId25" Type="http://schemas.openxmlformats.org/officeDocument/2006/relationships/tags" Target="../tags/tag331.xml"/><Relationship Id="rId33" Type="http://schemas.openxmlformats.org/officeDocument/2006/relationships/image" Target="../media/image2.jpeg"/><Relationship Id="rId2" Type="http://schemas.openxmlformats.org/officeDocument/2006/relationships/tags" Target="../tags/tag308.xml"/><Relationship Id="rId16" Type="http://schemas.openxmlformats.org/officeDocument/2006/relationships/tags" Target="../tags/tag322.xml"/><Relationship Id="rId20" Type="http://schemas.openxmlformats.org/officeDocument/2006/relationships/tags" Target="../tags/tag326.xml"/><Relationship Id="rId29" Type="http://schemas.openxmlformats.org/officeDocument/2006/relationships/tags" Target="../tags/tag335.xml"/><Relationship Id="rId1" Type="http://schemas.openxmlformats.org/officeDocument/2006/relationships/tags" Target="../tags/tag307.xml"/><Relationship Id="rId6" Type="http://schemas.openxmlformats.org/officeDocument/2006/relationships/tags" Target="../tags/tag312.xml"/><Relationship Id="rId11" Type="http://schemas.openxmlformats.org/officeDocument/2006/relationships/tags" Target="../tags/tag317.xml"/><Relationship Id="rId24" Type="http://schemas.openxmlformats.org/officeDocument/2006/relationships/tags" Target="../tags/tag330.xml"/><Relationship Id="rId32" Type="http://schemas.openxmlformats.org/officeDocument/2006/relationships/notesSlide" Target="../notesSlides/notesSlide2.xml"/><Relationship Id="rId5" Type="http://schemas.openxmlformats.org/officeDocument/2006/relationships/tags" Target="../tags/tag311.xml"/><Relationship Id="rId15" Type="http://schemas.openxmlformats.org/officeDocument/2006/relationships/tags" Target="../tags/tag321.xml"/><Relationship Id="rId23" Type="http://schemas.openxmlformats.org/officeDocument/2006/relationships/tags" Target="../tags/tag329.xml"/><Relationship Id="rId28" Type="http://schemas.openxmlformats.org/officeDocument/2006/relationships/tags" Target="../tags/tag334.xml"/><Relationship Id="rId10" Type="http://schemas.openxmlformats.org/officeDocument/2006/relationships/tags" Target="../tags/tag316.xml"/><Relationship Id="rId19" Type="http://schemas.openxmlformats.org/officeDocument/2006/relationships/tags" Target="../tags/tag325.xml"/><Relationship Id="rId31" Type="http://schemas.openxmlformats.org/officeDocument/2006/relationships/slideLayout" Target="../slideLayouts/slideLayout24.xml"/><Relationship Id="rId4" Type="http://schemas.openxmlformats.org/officeDocument/2006/relationships/tags" Target="../tags/tag310.xml"/><Relationship Id="rId9" Type="http://schemas.openxmlformats.org/officeDocument/2006/relationships/tags" Target="../tags/tag315.xml"/><Relationship Id="rId14" Type="http://schemas.openxmlformats.org/officeDocument/2006/relationships/tags" Target="../tags/tag320.xml"/><Relationship Id="rId22" Type="http://schemas.openxmlformats.org/officeDocument/2006/relationships/tags" Target="../tags/tag328.xml"/><Relationship Id="rId27" Type="http://schemas.openxmlformats.org/officeDocument/2006/relationships/tags" Target="../tags/tag333.xml"/><Relationship Id="rId30" Type="http://schemas.openxmlformats.org/officeDocument/2006/relationships/tags" Target="../tags/tag336.xml"/><Relationship Id="rId8" Type="http://schemas.openxmlformats.org/officeDocument/2006/relationships/tags" Target="../tags/tag3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github.com/THUDM/Android-Lab" TargetMode="External"/><Relationship Id="rId5" Type="http://schemas.openxmlformats.org/officeDocument/2006/relationships/hyperlink" Target="https://github.com/google-research/android_world" TargetMode="Externa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half" idx="15"/>
          </p:nvPr>
        </p:nvSpPr>
        <p:spPr>
          <a:xfrm>
            <a:off x="2854105" y="2725093"/>
            <a:ext cx="6483790" cy="860078"/>
          </a:xfrm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US" altLang="zh-CN" sz="5400" dirty="0"/>
              <a:t> </a:t>
            </a:r>
            <a:r>
              <a:rPr lang="zh-CN" altLang="en-US" sz="5400" dirty="0"/>
              <a:t>移动端智能体</a:t>
            </a:r>
          </a:p>
        </p:txBody>
      </p:sp>
      <p:sp>
        <p:nvSpPr>
          <p:cNvPr id="2" name="矩形 1"/>
          <p:cNvSpPr/>
          <p:nvPr/>
        </p:nvSpPr>
        <p:spPr>
          <a:xfrm>
            <a:off x="4744015" y="3751328"/>
            <a:ext cx="2833735" cy="954107"/>
          </a:xfrm>
          <a:prstGeom prst="rect">
            <a:avLst/>
          </a:prstGeom>
          <a:solidFill>
            <a:srgbClr val="666467">
              <a:alpha val="63137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王继良</a:t>
            </a:r>
            <a:endParaRPr lang="en-US" altLang="zh-CN" sz="2800" dirty="0">
              <a:solidFill>
                <a:schemeClr val="bg1"/>
              </a:solidFill>
            </a:endParaRPr>
          </a:p>
          <a:p>
            <a:pPr algn="ctr"/>
            <a:r>
              <a:rPr lang="zh-CN" altLang="en-US" sz="2800" dirty="0">
                <a:solidFill>
                  <a:schemeClr val="bg1"/>
                </a:solidFill>
              </a:rPr>
              <a:t>软件学院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20A750C-4ACD-7EFE-11B0-FE22CED34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DD0AE-3034-4B21-87A9-808C60475CB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3" cstate="email"/>
          <a:stretch>
            <a:fillRect/>
          </a:stretch>
        </p:blipFill>
        <p:spPr>
          <a:xfrm>
            <a:off x="-2666" y="3090"/>
            <a:ext cx="4549024" cy="6823538"/>
          </a:xfrm>
          <a:prstGeom prst="rect">
            <a:avLst/>
          </a:prstGeom>
        </p:spPr>
      </p:pic>
      <p:sp>
        <p:nvSpPr>
          <p:cNvPr id="37" name="矩形 36"/>
          <p:cNvSpPr/>
          <p:nvPr/>
        </p:nvSpPr>
        <p:spPr>
          <a:xfrm>
            <a:off x="2205" y="0"/>
            <a:ext cx="4544153" cy="6856413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4745355" algn="l"/>
              </a:tabLst>
            </a:pPr>
            <a:endParaRPr lang="zh-CN" altLang="en-US" b="1" dirty="0">
              <a:solidFill>
                <a:srgbClr val="55B2A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411" y="-79864"/>
            <a:ext cx="145558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795" b="1" dirty="0">
                <a:solidFill>
                  <a:schemeClr val="bg1"/>
                </a:solidFill>
                <a:latin typeface="Bodoni MT" panose="02070603080606020203" pitchFamily="18" charset="0"/>
              </a:rPr>
              <a:t>C</a:t>
            </a:r>
            <a:endParaRPr lang="zh-CN" altLang="en-US" sz="6000" b="1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75400" y="2896664"/>
            <a:ext cx="20442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992254" y="831928"/>
            <a:ext cx="18686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Bodoni MT" panose="02070603080606020203" pitchFamily="18" charset="0"/>
              </a:rPr>
              <a:t>ONT</a:t>
            </a:r>
            <a:endParaRPr lang="zh-CN" altLang="en-US" sz="6000" b="1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449666" y="838800"/>
            <a:ext cx="20589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Bodoni MT" panose="02070603080606020203" pitchFamily="18" charset="0"/>
              </a:rPr>
              <a:t>ENTS</a:t>
            </a:r>
            <a:endParaRPr lang="zh-CN" altLang="en-US" sz="6000" b="1" dirty="0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  <p:grpSp>
        <p:nvGrpSpPr>
          <p:cNvPr id="51" name="组合 50"/>
          <p:cNvGrpSpPr/>
          <p:nvPr>
            <p:custDataLst>
              <p:tags r:id="rId1"/>
            </p:custDataLst>
          </p:nvPr>
        </p:nvGrpSpPr>
        <p:grpSpPr>
          <a:xfrm>
            <a:off x="5276048" y="899163"/>
            <a:ext cx="549719" cy="617843"/>
            <a:chOff x="279401" y="2698750"/>
            <a:chExt cx="1473200" cy="1655763"/>
          </a:xfrm>
        </p:grpSpPr>
        <p:sp>
          <p:nvSpPr>
            <p:cNvPr id="52" name="Freeform 45"/>
            <p:cNvSpPr>
              <a:spLocks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279401" y="2884488"/>
              <a:ext cx="1473200" cy="1470025"/>
            </a:xfrm>
            <a:custGeom>
              <a:avLst/>
              <a:gdLst>
                <a:gd name="T0" fmla="*/ 250 w 501"/>
                <a:gd name="T1" fmla="*/ 0 h 501"/>
                <a:gd name="T2" fmla="*/ 0 w 501"/>
                <a:gd name="T3" fmla="*/ 251 h 501"/>
                <a:gd name="T4" fmla="*/ 250 w 501"/>
                <a:gd name="T5" fmla="*/ 501 h 501"/>
                <a:gd name="T6" fmla="*/ 501 w 501"/>
                <a:gd name="T7" fmla="*/ 251 h 501"/>
                <a:gd name="T8" fmla="*/ 250 w 501"/>
                <a:gd name="T9" fmla="*/ 0 h 501"/>
                <a:gd name="T10" fmla="*/ 455 w 501"/>
                <a:gd name="T11" fmla="*/ 267 h 501"/>
                <a:gd name="T12" fmla="*/ 446 w 501"/>
                <a:gd name="T13" fmla="*/ 267 h 501"/>
                <a:gd name="T14" fmla="*/ 389 w 501"/>
                <a:gd name="T15" fmla="*/ 390 h 501"/>
                <a:gd name="T16" fmla="*/ 267 w 501"/>
                <a:gd name="T17" fmla="*/ 447 h 501"/>
                <a:gd name="T18" fmla="*/ 267 w 501"/>
                <a:gd name="T19" fmla="*/ 455 h 501"/>
                <a:gd name="T20" fmla="*/ 250 w 501"/>
                <a:gd name="T21" fmla="*/ 471 h 501"/>
                <a:gd name="T22" fmla="*/ 234 w 501"/>
                <a:gd name="T23" fmla="*/ 455 h 501"/>
                <a:gd name="T24" fmla="*/ 234 w 501"/>
                <a:gd name="T25" fmla="*/ 447 h 501"/>
                <a:gd name="T26" fmla="*/ 111 w 501"/>
                <a:gd name="T27" fmla="*/ 390 h 501"/>
                <a:gd name="T28" fmla="*/ 54 w 501"/>
                <a:gd name="T29" fmla="*/ 267 h 501"/>
                <a:gd name="T30" fmla="*/ 46 w 501"/>
                <a:gd name="T31" fmla="*/ 267 h 501"/>
                <a:gd name="T32" fmla="*/ 30 w 501"/>
                <a:gd name="T33" fmla="*/ 251 h 501"/>
                <a:gd name="T34" fmla="*/ 46 w 501"/>
                <a:gd name="T35" fmla="*/ 234 h 501"/>
                <a:gd name="T36" fmla="*/ 54 w 501"/>
                <a:gd name="T37" fmla="*/ 234 h 501"/>
                <a:gd name="T38" fmla="*/ 111 w 501"/>
                <a:gd name="T39" fmla="*/ 111 h 501"/>
                <a:gd name="T40" fmla="*/ 234 w 501"/>
                <a:gd name="T41" fmla="*/ 54 h 501"/>
                <a:gd name="T42" fmla="*/ 234 w 501"/>
                <a:gd name="T43" fmla="*/ 46 h 501"/>
                <a:gd name="T44" fmla="*/ 250 w 501"/>
                <a:gd name="T45" fmla="*/ 30 h 501"/>
                <a:gd name="T46" fmla="*/ 267 w 501"/>
                <a:gd name="T47" fmla="*/ 46 h 501"/>
                <a:gd name="T48" fmla="*/ 267 w 501"/>
                <a:gd name="T49" fmla="*/ 54 h 501"/>
                <a:gd name="T50" fmla="*/ 389 w 501"/>
                <a:gd name="T51" fmla="*/ 111 h 501"/>
                <a:gd name="T52" fmla="*/ 446 w 501"/>
                <a:gd name="T53" fmla="*/ 234 h 501"/>
                <a:gd name="T54" fmla="*/ 455 w 501"/>
                <a:gd name="T55" fmla="*/ 234 h 501"/>
                <a:gd name="T56" fmla="*/ 471 w 501"/>
                <a:gd name="T57" fmla="*/ 251 h 501"/>
                <a:gd name="T58" fmla="*/ 455 w 501"/>
                <a:gd name="T59" fmla="*/ 267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1" h="501">
                  <a:moveTo>
                    <a:pt x="250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89"/>
                    <a:pt x="112" y="501"/>
                    <a:pt x="250" y="501"/>
                  </a:cubicBezTo>
                  <a:cubicBezTo>
                    <a:pt x="389" y="501"/>
                    <a:pt x="501" y="389"/>
                    <a:pt x="501" y="251"/>
                  </a:cubicBezTo>
                  <a:cubicBezTo>
                    <a:pt x="501" y="112"/>
                    <a:pt x="389" y="0"/>
                    <a:pt x="250" y="0"/>
                  </a:cubicBezTo>
                  <a:close/>
                  <a:moveTo>
                    <a:pt x="455" y="267"/>
                  </a:moveTo>
                  <a:cubicBezTo>
                    <a:pt x="446" y="267"/>
                    <a:pt x="446" y="267"/>
                    <a:pt x="446" y="267"/>
                  </a:cubicBezTo>
                  <a:cubicBezTo>
                    <a:pt x="442" y="315"/>
                    <a:pt x="421" y="358"/>
                    <a:pt x="389" y="390"/>
                  </a:cubicBezTo>
                  <a:cubicBezTo>
                    <a:pt x="357" y="422"/>
                    <a:pt x="315" y="443"/>
                    <a:pt x="267" y="447"/>
                  </a:cubicBezTo>
                  <a:cubicBezTo>
                    <a:pt x="267" y="455"/>
                    <a:pt x="267" y="455"/>
                    <a:pt x="267" y="455"/>
                  </a:cubicBezTo>
                  <a:cubicBezTo>
                    <a:pt x="267" y="464"/>
                    <a:pt x="259" y="471"/>
                    <a:pt x="250" y="471"/>
                  </a:cubicBezTo>
                  <a:cubicBezTo>
                    <a:pt x="241" y="471"/>
                    <a:pt x="234" y="464"/>
                    <a:pt x="234" y="455"/>
                  </a:cubicBezTo>
                  <a:cubicBezTo>
                    <a:pt x="234" y="447"/>
                    <a:pt x="234" y="447"/>
                    <a:pt x="234" y="447"/>
                  </a:cubicBezTo>
                  <a:cubicBezTo>
                    <a:pt x="186" y="443"/>
                    <a:pt x="143" y="422"/>
                    <a:pt x="111" y="390"/>
                  </a:cubicBezTo>
                  <a:cubicBezTo>
                    <a:pt x="79" y="358"/>
                    <a:pt x="58" y="315"/>
                    <a:pt x="54" y="267"/>
                  </a:cubicBezTo>
                  <a:cubicBezTo>
                    <a:pt x="46" y="267"/>
                    <a:pt x="46" y="267"/>
                    <a:pt x="46" y="267"/>
                  </a:cubicBezTo>
                  <a:cubicBezTo>
                    <a:pt x="37" y="267"/>
                    <a:pt x="30" y="260"/>
                    <a:pt x="30" y="251"/>
                  </a:cubicBezTo>
                  <a:cubicBezTo>
                    <a:pt x="30" y="241"/>
                    <a:pt x="37" y="234"/>
                    <a:pt x="46" y="234"/>
                  </a:cubicBezTo>
                  <a:cubicBezTo>
                    <a:pt x="54" y="234"/>
                    <a:pt x="54" y="234"/>
                    <a:pt x="54" y="234"/>
                  </a:cubicBezTo>
                  <a:cubicBezTo>
                    <a:pt x="58" y="186"/>
                    <a:pt x="79" y="143"/>
                    <a:pt x="111" y="111"/>
                  </a:cubicBezTo>
                  <a:cubicBezTo>
                    <a:pt x="143" y="79"/>
                    <a:pt x="186" y="58"/>
                    <a:pt x="234" y="54"/>
                  </a:cubicBezTo>
                  <a:cubicBezTo>
                    <a:pt x="234" y="46"/>
                    <a:pt x="234" y="46"/>
                    <a:pt x="234" y="46"/>
                  </a:cubicBezTo>
                  <a:cubicBezTo>
                    <a:pt x="234" y="37"/>
                    <a:pt x="241" y="30"/>
                    <a:pt x="250" y="30"/>
                  </a:cubicBezTo>
                  <a:cubicBezTo>
                    <a:pt x="259" y="30"/>
                    <a:pt x="267" y="37"/>
                    <a:pt x="267" y="46"/>
                  </a:cubicBezTo>
                  <a:cubicBezTo>
                    <a:pt x="267" y="54"/>
                    <a:pt x="267" y="54"/>
                    <a:pt x="267" y="54"/>
                  </a:cubicBezTo>
                  <a:cubicBezTo>
                    <a:pt x="315" y="58"/>
                    <a:pt x="357" y="79"/>
                    <a:pt x="389" y="111"/>
                  </a:cubicBezTo>
                  <a:cubicBezTo>
                    <a:pt x="421" y="143"/>
                    <a:pt x="442" y="186"/>
                    <a:pt x="446" y="234"/>
                  </a:cubicBezTo>
                  <a:cubicBezTo>
                    <a:pt x="455" y="234"/>
                    <a:pt x="455" y="234"/>
                    <a:pt x="455" y="234"/>
                  </a:cubicBezTo>
                  <a:cubicBezTo>
                    <a:pt x="464" y="234"/>
                    <a:pt x="471" y="241"/>
                    <a:pt x="471" y="251"/>
                  </a:cubicBezTo>
                  <a:cubicBezTo>
                    <a:pt x="471" y="260"/>
                    <a:pt x="464" y="267"/>
                    <a:pt x="455" y="267"/>
                  </a:cubicBezTo>
                  <a:close/>
                </a:path>
              </a:pathLst>
            </a:custGeom>
            <a:solidFill>
              <a:srgbClr val="FFA000">
                <a:alpha val="8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/>
            </a:p>
          </p:txBody>
        </p:sp>
        <p:sp>
          <p:nvSpPr>
            <p:cNvPr id="53" name="Freeform 46"/>
            <p:cNvSpPr/>
            <p:nvPr>
              <p:custDataLst>
                <p:tags r:id="rId24"/>
              </p:custDataLst>
            </p:nvPr>
          </p:nvSpPr>
          <p:spPr bwMode="auto">
            <a:xfrm>
              <a:off x="966788" y="3043238"/>
              <a:ext cx="96838" cy="117475"/>
            </a:xfrm>
            <a:custGeom>
              <a:avLst/>
              <a:gdLst>
                <a:gd name="T0" fmla="*/ 16 w 33"/>
                <a:gd name="T1" fmla="*/ 40 h 40"/>
                <a:gd name="T2" fmla="*/ 33 w 33"/>
                <a:gd name="T3" fmla="*/ 24 h 40"/>
                <a:gd name="T4" fmla="*/ 33 w 33"/>
                <a:gd name="T5" fmla="*/ 0 h 40"/>
                <a:gd name="T6" fmla="*/ 16 w 33"/>
                <a:gd name="T7" fmla="*/ 0 h 40"/>
                <a:gd name="T8" fmla="*/ 0 w 33"/>
                <a:gd name="T9" fmla="*/ 0 h 40"/>
                <a:gd name="T10" fmla="*/ 0 w 33"/>
                <a:gd name="T11" fmla="*/ 24 h 40"/>
                <a:gd name="T12" fmla="*/ 16 w 33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40"/>
                  </a:moveTo>
                  <a:cubicBezTo>
                    <a:pt x="25" y="40"/>
                    <a:pt x="33" y="33"/>
                    <a:pt x="33" y="24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7" y="0"/>
                    <a:pt x="22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3"/>
                    <a:pt x="7" y="40"/>
                    <a:pt x="16" y="4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/>
            </a:p>
          </p:txBody>
        </p:sp>
        <p:sp>
          <p:nvSpPr>
            <p:cNvPr id="54" name="Freeform 47"/>
            <p:cNvSpPr/>
            <p:nvPr>
              <p:custDataLst>
                <p:tags r:id="rId25"/>
              </p:custDataLst>
            </p:nvPr>
          </p:nvSpPr>
          <p:spPr bwMode="auto">
            <a:xfrm>
              <a:off x="966788" y="4079875"/>
              <a:ext cx="96838" cy="115888"/>
            </a:xfrm>
            <a:custGeom>
              <a:avLst/>
              <a:gdLst>
                <a:gd name="T0" fmla="*/ 16 w 33"/>
                <a:gd name="T1" fmla="*/ 0 h 40"/>
                <a:gd name="T2" fmla="*/ 0 w 33"/>
                <a:gd name="T3" fmla="*/ 17 h 40"/>
                <a:gd name="T4" fmla="*/ 0 w 33"/>
                <a:gd name="T5" fmla="*/ 40 h 40"/>
                <a:gd name="T6" fmla="*/ 16 w 33"/>
                <a:gd name="T7" fmla="*/ 40 h 40"/>
                <a:gd name="T8" fmla="*/ 33 w 33"/>
                <a:gd name="T9" fmla="*/ 40 h 40"/>
                <a:gd name="T10" fmla="*/ 33 w 33"/>
                <a:gd name="T11" fmla="*/ 17 h 40"/>
                <a:gd name="T12" fmla="*/ 16 w 33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0"/>
                  </a:moveTo>
                  <a:cubicBezTo>
                    <a:pt x="7" y="0"/>
                    <a:pt x="0" y="7"/>
                    <a:pt x="0" y="1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5" y="40"/>
                    <a:pt x="11" y="40"/>
                    <a:pt x="16" y="40"/>
                  </a:cubicBezTo>
                  <a:cubicBezTo>
                    <a:pt x="22" y="40"/>
                    <a:pt x="27" y="40"/>
                    <a:pt x="33" y="40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7"/>
                    <a:pt x="25" y="0"/>
                    <a:pt x="16" y="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/>
            </a:p>
          </p:txBody>
        </p:sp>
        <p:sp>
          <p:nvSpPr>
            <p:cNvPr id="55" name="Freeform 48"/>
            <p:cNvSpPr/>
            <p:nvPr>
              <p:custDataLst>
                <p:tags r:id="rId26"/>
              </p:custDataLst>
            </p:nvPr>
          </p:nvSpPr>
          <p:spPr bwMode="auto">
            <a:xfrm>
              <a:off x="434976" y="3571875"/>
              <a:ext cx="120650" cy="96838"/>
            </a:xfrm>
            <a:custGeom>
              <a:avLst/>
              <a:gdLst>
                <a:gd name="T0" fmla="*/ 41 w 41"/>
                <a:gd name="T1" fmla="*/ 17 h 33"/>
                <a:gd name="T2" fmla="*/ 24 w 41"/>
                <a:gd name="T3" fmla="*/ 0 h 33"/>
                <a:gd name="T4" fmla="*/ 1 w 41"/>
                <a:gd name="T5" fmla="*/ 0 h 33"/>
                <a:gd name="T6" fmla="*/ 0 w 41"/>
                <a:gd name="T7" fmla="*/ 17 h 33"/>
                <a:gd name="T8" fmla="*/ 1 w 41"/>
                <a:gd name="T9" fmla="*/ 33 h 33"/>
                <a:gd name="T10" fmla="*/ 24 w 41"/>
                <a:gd name="T11" fmla="*/ 33 h 33"/>
                <a:gd name="T12" fmla="*/ 41 w 41"/>
                <a:gd name="T13" fmla="*/ 1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33">
                  <a:moveTo>
                    <a:pt x="41" y="17"/>
                  </a:moveTo>
                  <a:cubicBezTo>
                    <a:pt x="41" y="7"/>
                    <a:pt x="33" y="0"/>
                    <a:pt x="2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6"/>
                    <a:pt x="0" y="11"/>
                    <a:pt x="0" y="17"/>
                  </a:cubicBezTo>
                  <a:cubicBezTo>
                    <a:pt x="0" y="22"/>
                    <a:pt x="1" y="28"/>
                    <a:pt x="1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33" y="33"/>
                    <a:pt x="41" y="26"/>
                    <a:pt x="41" y="17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/>
            </a:p>
          </p:txBody>
        </p:sp>
        <p:sp>
          <p:nvSpPr>
            <p:cNvPr id="56" name="Freeform 49"/>
            <p:cNvSpPr/>
            <p:nvPr>
              <p:custDataLst>
                <p:tags r:id="rId27"/>
              </p:custDataLst>
            </p:nvPr>
          </p:nvSpPr>
          <p:spPr bwMode="auto">
            <a:xfrm>
              <a:off x="1474788" y="3571875"/>
              <a:ext cx="119063" cy="96838"/>
            </a:xfrm>
            <a:custGeom>
              <a:avLst/>
              <a:gdLst>
                <a:gd name="T0" fmla="*/ 39 w 40"/>
                <a:gd name="T1" fmla="*/ 0 h 33"/>
                <a:gd name="T2" fmla="*/ 16 w 40"/>
                <a:gd name="T3" fmla="*/ 0 h 33"/>
                <a:gd name="T4" fmla="*/ 0 w 40"/>
                <a:gd name="T5" fmla="*/ 17 h 33"/>
                <a:gd name="T6" fmla="*/ 16 w 40"/>
                <a:gd name="T7" fmla="*/ 33 h 33"/>
                <a:gd name="T8" fmla="*/ 39 w 40"/>
                <a:gd name="T9" fmla="*/ 33 h 33"/>
                <a:gd name="T10" fmla="*/ 40 w 40"/>
                <a:gd name="T11" fmla="*/ 17 h 33"/>
                <a:gd name="T12" fmla="*/ 39 w 40"/>
                <a:gd name="T13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33">
                  <a:moveTo>
                    <a:pt x="39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26"/>
                    <a:pt x="7" y="33"/>
                    <a:pt x="16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0" y="28"/>
                    <a:pt x="40" y="22"/>
                    <a:pt x="40" y="17"/>
                  </a:cubicBezTo>
                  <a:cubicBezTo>
                    <a:pt x="40" y="11"/>
                    <a:pt x="40" y="6"/>
                    <a:pt x="39" y="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/>
            </a:p>
          </p:txBody>
        </p:sp>
        <p:sp>
          <p:nvSpPr>
            <p:cNvPr id="57" name="Oval 50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925513" y="3532188"/>
              <a:ext cx="176213" cy="174625"/>
            </a:xfrm>
            <a:prstGeom prst="ellipse">
              <a:avLst/>
            </a:pr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/>
            </a:p>
          </p:txBody>
        </p:sp>
        <p:sp>
          <p:nvSpPr>
            <p:cNvPr id="58" name="Freeform 51"/>
            <p:cNvSpPr>
              <a:spLocks noEditPoints="1"/>
            </p:cNvSpPr>
            <p:nvPr>
              <p:custDataLst>
                <p:tags r:id="rId29"/>
              </p:custDataLst>
            </p:nvPr>
          </p:nvSpPr>
          <p:spPr bwMode="auto">
            <a:xfrm>
              <a:off x="652463" y="3254375"/>
              <a:ext cx="723900" cy="730250"/>
            </a:xfrm>
            <a:custGeom>
              <a:avLst/>
              <a:gdLst>
                <a:gd name="T0" fmla="*/ 106 w 246"/>
                <a:gd name="T1" fmla="*/ 86 h 249"/>
                <a:gd name="T2" fmla="*/ 109 w 246"/>
                <a:gd name="T3" fmla="*/ 89 h 249"/>
                <a:gd name="T4" fmla="*/ 123 w 246"/>
                <a:gd name="T5" fmla="*/ 86 h 249"/>
                <a:gd name="T6" fmla="*/ 162 w 246"/>
                <a:gd name="T7" fmla="*/ 125 h 249"/>
                <a:gd name="T8" fmla="*/ 159 w 246"/>
                <a:gd name="T9" fmla="*/ 139 h 249"/>
                <a:gd name="T10" fmla="*/ 162 w 246"/>
                <a:gd name="T11" fmla="*/ 142 h 249"/>
                <a:gd name="T12" fmla="*/ 246 w 246"/>
                <a:gd name="T13" fmla="*/ 0 h 249"/>
                <a:gd name="T14" fmla="*/ 106 w 246"/>
                <a:gd name="T15" fmla="*/ 86 h 249"/>
                <a:gd name="T16" fmla="*/ 123 w 246"/>
                <a:gd name="T17" fmla="*/ 163 h 249"/>
                <a:gd name="T18" fmla="*/ 84 w 246"/>
                <a:gd name="T19" fmla="*/ 125 h 249"/>
                <a:gd name="T20" fmla="*/ 87 w 246"/>
                <a:gd name="T21" fmla="*/ 110 h 249"/>
                <a:gd name="T22" fmla="*/ 85 w 246"/>
                <a:gd name="T23" fmla="*/ 107 h 249"/>
                <a:gd name="T24" fmla="*/ 0 w 246"/>
                <a:gd name="T25" fmla="*/ 249 h 249"/>
                <a:gd name="T26" fmla="*/ 140 w 246"/>
                <a:gd name="T27" fmla="*/ 163 h 249"/>
                <a:gd name="T28" fmla="*/ 138 w 246"/>
                <a:gd name="T29" fmla="*/ 160 h 249"/>
                <a:gd name="T30" fmla="*/ 123 w 246"/>
                <a:gd name="T31" fmla="*/ 16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6" h="249">
                  <a:moveTo>
                    <a:pt x="106" y="86"/>
                  </a:moveTo>
                  <a:cubicBezTo>
                    <a:pt x="109" y="89"/>
                    <a:pt x="109" y="89"/>
                    <a:pt x="109" y="89"/>
                  </a:cubicBezTo>
                  <a:cubicBezTo>
                    <a:pt x="113" y="87"/>
                    <a:pt x="118" y="86"/>
                    <a:pt x="123" y="86"/>
                  </a:cubicBezTo>
                  <a:cubicBezTo>
                    <a:pt x="145" y="86"/>
                    <a:pt x="162" y="103"/>
                    <a:pt x="162" y="125"/>
                  </a:cubicBezTo>
                  <a:cubicBezTo>
                    <a:pt x="162" y="130"/>
                    <a:pt x="161" y="135"/>
                    <a:pt x="159" y="139"/>
                  </a:cubicBezTo>
                  <a:cubicBezTo>
                    <a:pt x="162" y="142"/>
                    <a:pt x="162" y="142"/>
                    <a:pt x="162" y="142"/>
                  </a:cubicBezTo>
                  <a:cubicBezTo>
                    <a:pt x="246" y="0"/>
                    <a:pt x="246" y="0"/>
                    <a:pt x="246" y="0"/>
                  </a:cubicBezTo>
                  <a:lnTo>
                    <a:pt x="106" y="86"/>
                  </a:lnTo>
                  <a:close/>
                  <a:moveTo>
                    <a:pt x="123" y="163"/>
                  </a:moveTo>
                  <a:cubicBezTo>
                    <a:pt x="102" y="163"/>
                    <a:pt x="84" y="146"/>
                    <a:pt x="84" y="125"/>
                  </a:cubicBezTo>
                  <a:cubicBezTo>
                    <a:pt x="84" y="119"/>
                    <a:pt x="86" y="114"/>
                    <a:pt x="87" y="110"/>
                  </a:cubicBezTo>
                  <a:cubicBezTo>
                    <a:pt x="85" y="107"/>
                    <a:pt x="85" y="107"/>
                    <a:pt x="85" y="107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140" y="163"/>
                    <a:pt x="140" y="163"/>
                    <a:pt x="140" y="163"/>
                  </a:cubicBezTo>
                  <a:cubicBezTo>
                    <a:pt x="138" y="160"/>
                    <a:pt x="138" y="160"/>
                    <a:pt x="138" y="160"/>
                  </a:cubicBezTo>
                  <a:cubicBezTo>
                    <a:pt x="133" y="162"/>
                    <a:pt x="128" y="163"/>
                    <a:pt x="123" y="163"/>
                  </a:cubicBez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/>
            </a:p>
          </p:txBody>
        </p:sp>
        <p:sp>
          <p:nvSpPr>
            <p:cNvPr id="59" name="Freeform 52"/>
            <p:cNvSpPr/>
            <p:nvPr>
              <p:custDataLst>
                <p:tags r:id="rId30"/>
              </p:custDataLst>
            </p:nvPr>
          </p:nvSpPr>
          <p:spPr bwMode="auto">
            <a:xfrm>
              <a:off x="935038" y="2698750"/>
              <a:ext cx="158750" cy="158750"/>
            </a:xfrm>
            <a:custGeom>
              <a:avLst/>
              <a:gdLst>
                <a:gd name="T0" fmla="*/ 27 w 54"/>
                <a:gd name="T1" fmla="*/ 0 h 54"/>
                <a:gd name="T2" fmla="*/ 0 w 54"/>
                <a:gd name="T3" fmla="*/ 27 h 54"/>
                <a:gd name="T4" fmla="*/ 0 w 54"/>
                <a:gd name="T5" fmla="*/ 54 h 54"/>
                <a:gd name="T6" fmla="*/ 29 w 54"/>
                <a:gd name="T7" fmla="*/ 52 h 54"/>
                <a:gd name="T8" fmla="*/ 29 w 54"/>
                <a:gd name="T9" fmla="*/ 52 h 54"/>
                <a:gd name="T10" fmla="*/ 54 w 54"/>
                <a:gd name="T11" fmla="*/ 53 h 54"/>
                <a:gd name="T12" fmla="*/ 54 w 54"/>
                <a:gd name="T13" fmla="*/ 27 h 54"/>
                <a:gd name="T14" fmla="*/ 27 w 54"/>
                <a:gd name="T1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4">
                  <a:moveTo>
                    <a:pt x="27" y="0"/>
                  </a:moveTo>
                  <a:cubicBezTo>
                    <a:pt x="12" y="0"/>
                    <a:pt x="0" y="12"/>
                    <a:pt x="0" y="27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0" y="53"/>
                    <a:pt x="1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38" y="52"/>
                    <a:pt x="46" y="52"/>
                    <a:pt x="54" y="53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12"/>
                    <a:pt x="42" y="0"/>
                    <a:pt x="27" y="0"/>
                  </a:cubicBez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/>
            </a:p>
          </p:txBody>
        </p:sp>
      </p:grpSp>
      <p:grpSp>
        <p:nvGrpSpPr>
          <p:cNvPr id="60" name="组合 59"/>
          <p:cNvGrpSpPr/>
          <p:nvPr>
            <p:custDataLst>
              <p:tags r:id="rId2"/>
            </p:custDataLst>
          </p:nvPr>
        </p:nvGrpSpPr>
        <p:grpSpPr>
          <a:xfrm>
            <a:off x="5276048" y="1813351"/>
            <a:ext cx="549719" cy="617843"/>
            <a:chOff x="279401" y="2698750"/>
            <a:chExt cx="1473200" cy="1655763"/>
          </a:xfrm>
        </p:grpSpPr>
        <p:sp>
          <p:nvSpPr>
            <p:cNvPr id="61" name="Freeform 45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279401" y="2884488"/>
              <a:ext cx="1473200" cy="1470025"/>
            </a:xfrm>
            <a:custGeom>
              <a:avLst/>
              <a:gdLst>
                <a:gd name="T0" fmla="*/ 250 w 501"/>
                <a:gd name="T1" fmla="*/ 0 h 501"/>
                <a:gd name="T2" fmla="*/ 0 w 501"/>
                <a:gd name="T3" fmla="*/ 251 h 501"/>
                <a:gd name="T4" fmla="*/ 250 w 501"/>
                <a:gd name="T5" fmla="*/ 501 h 501"/>
                <a:gd name="T6" fmla="*/ 501 w 501"/>
                <a:gd name="T7" fmla="*/ 251 h 501"/>
                <a:gd name="T8" fmla="*/ 250 w 501"/>
                <a:gd name="T9" fmla="*/ 0 h 501"/>
                <a:gd name="T10" fmla="*/ 455 w 501"/>
                <a:gd name="T11" fmla="*/ 267 h 501"/>
                <a:gd name="T12" fmla="*/ 446 w 501"/>
                <a:gd name="T13" fmla="*/ 267 h 501"/>
                <a:gd name="T14" fmla="*/ 389 w 501"/>
                <a:gd name="T15" fmla="*/ 390 h 501"/>
                <a:gd name="T16" fmla="*/ 267 w 501"/>
                <a:gd name="T17" fmla="*/ 447 h 501"/>
                <a:gd name="T18" fmla="*/ 267 w 501"/>
                <a:gd name="T19" fmla="*/ 455 h 501"/>
                <a:gd name="T20" fmla="*/ 250 w 501"/>
                <a:gd name="T21" fmla="*/ 471 h 501"/>
                <a:gd name="T22" fmla="*/ 234 w 501"/>
                <a:gd name="T23" fmla="*/ 455 h 501"/>
                <a:gd name="T24" fmla="*/ 234 w 501"/>
                <a:gd name="T25" fmla="*/ 447 h 501"/>
                <a:gd name="T26" fmla="*/ 111 w 501"/>
                <a:gd name="T27" fmla="*/ 390 h 501"/>
                <a:gd name="T28" fmla="*/ 54 w 501"/>
                <a:gd name="T29" fmla="*/ 267 h 501"/>
                <a:gd name="T30" fmla="*/ 46 w 501"/>
                <a:gd name="T31" fmla="*/ 267 h 501"/>
                <a:gd name="T32" fmla="*/ 30 w 501"/>
                <a:gd name="T33" fmla="*/ 251 h 501"/>
                <a:gd name="T34" fmla="*/ 46 w 501"/>
                <a:gd name="T35" fmla="*/ 234 h 501"/>
                <a:gd name="T36" fmla="*/ 54 w 501"/>
                <a:gd name="T37" fmla="*/ 234 h 501"/>
                <a:gd name="T38" fmla="*/ 111 w 501"/>
                <a:gd name="T39" fmla="*/ 111 h 501"/>
                <a:gd name="T40" fmla="*/ 234 w 501"/>
                <a:gd name="T41" fmla="*/ 54 h 501"/>
                <a:gd name="T42" fmla="*/ 234 w 501"/>
                <a:gd name="T43" fmla="*/ 46 h 501"/>
                <a:gd name="T44" fmla="*/ 250 w 501"/>
                <a:gd name="T45" fmla="*/ 30 h 501"/>
                <a:gd name="T46" fmla="*/ 267 w 501"/>
                <a:gd name="T47" fmla="*/ 46 h 501"/>
                <a:gd name="T48" fmla="*/ 267 w 501"/>
                <a:gd name="T49" fmla="*/ 54 h 501"/>
                <a:gd name="T50" fmla="*/ 389 w 501"/>
                <a:gd name="T51" fmla="*/ 111 h 501"/>
                <a:gd name="T52" fmla="*/ 446 w 501"/>
                <a:gd name="T53" fmla="*/ 234 h 501"/>
                <a:gd name="T54" fmla="*/ 455 w 501"/>
                <a:gd name="T55" fmla="*/ 234 h 501"/>
                <a:gd name="T56" fmla="*/ 471 w 501"/>
                <a:gd name="T57" fmla="*/ 251 h 501"/>
                <a:gd name="T58" fmla="*/ 455 w 501"/>
                <a:gd name="T59" fmla="*/ 267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1" h="501">
                  <a:moveTo>
                    <a:pt x="250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89"/>
                    <a:pt x="112" y="501"/>
                    <a:pt x="250" y="501"/>
                  </a:cubicBezTo>
                  <a:cubicBezTo>
                    <a:pt x="389" y="501"/>
                    <a:pt x="501" y="389"/>
                    <a:pt x="501" y="251"/>
                  </a:cubicBezTo>
                  <a:cubicBezTo>
                    <a:pt x="501" y="112"/>
                    <a:pt x="389" y="0"/>
                    <a:pt x="250" y="0"/>
                  </a:cubicBezTo>
                  <a:close/>
                  <a:moveTo>
                    <a:pt x="455" y="267"/>
                  </a:moveTo>
                  <a:cubicBezTo>
                    <a:pt x="446" y="267"/>
                    <a:pt x="446" y="267"/>
                    <a:pt x="446" y="267"/>
                  </a:cubicBezTo>
                  <a:cubicBezTo>
                    <a:pt x="442" y="315"/>
                    <a:pt x="421" y="358"/>
                    <a:pt x="389" y="390"/>
                  </a:cubicBezTo>
                  <a:cubicBezTo>
                    <a:pt x="357" y="422"/>
                    <a:pt x="315" y="443"/>
                    <a:pt x="267" y="447"/>
                  </a:cubicBezTo>
                  <a:cubicBezTo>
                    <a:pt x="267" y="455"/>
                    <a:pt x="267" y="455"/>
                    <a:pt x="267" y="455"/>
                  </a:cubicBezTo>
                  <a:cubicBezTo>
                    <a:pt x="267" y="464"/>
                    <a:pt x="259" y="471"/>
                    <a:pt x="250" y="471"/>
                  </a:cubicBezTo>
                  <a:cubicBezTo>
                    <a:pt x="241" y="471"/>
                    <a:pt x="234" y="464"/>
                    <a:pt x="234" y="455"/>
                  </a:cubicBezTo>
                  <a:cubicBezTo>
                    <a:pt x="234" y="447"/>
                    <a:pt x="234" y="447"/>
                    <a:pt x="234" y="447"/>
                  </a:cubicBezTo>
                  <a:cubicBezTo>
                    <a:pt x="186" y="443"/>
                    <a:pt x="143" y="422"/>
                    <a:pt x="111" y="390"/>
                  </a:cubicBezTo>
                  <a:cubicBezTo>
                    <a:pt x="79" y="358"/>
                    <a:pt x="58" y="315"/>
                    <a:pt x="54" y="267"/>
                  </a:cubicBezTo>
                  <a:cubicBezTo>
                    <a:pt x="46" y="267"/>
                    <a:pt x="46" y="267"/>
                    <a:pt x="46" y="267"/>
                  </a:cubicBezTo>
                  <a:cubicBezTo>
                    <a:pt x="37" y="267"/>
                    <a:pt x="30" y="260"/>
                    <a:pt x="30" y="251"/>
                  </a:cubicBezTo>
                  <a:cubicBezTo>
                    <a:pt x="30" y="241"/>
                    <a:pt x="37" y="234"/>
                    <a:pt x="46" y="234"/>
                  </a:cubicBezTo>
                  <a:cubicBezTo>
                    <a:pt x="54" y="234"/>
                    <a:pt x="54" y="234"/>
                    <a:pt x="54" y="234"/>
                  </a:cubicBezTo>
                  <a:cubicBezTo>
                    <a:pt x="58" y="186"/>
                    <a:pt x="79" y="143"/>
                    <a:pt x="111" y="111"/>
                  </a:cubicBezTo>
                  <a:cubicBezTo>
                    <a:pt x="143" y="79"/>
                    <a:pt x="186" y="58"/>
                    <a:pt x="234" y="54"/>
                  </a:cubicBezTo>
                  <a:cubicBezTo>
                    <a:pt x="234" y="46"/>
                    <a:pt x="234" y="46"/>
                    <a:pt x="234" y="46"/>
                  </a:cubicBezTo>
                  <a:cubicBezTo>
                    <a:pt x="234" y="37"/>
                    <a:pt x="241" y="30"/>
                    <a:pt x="250" y="30"/>
                  </a:cubicBezTo>
                  <a:cubicBezTo>
                    <a:pt x="259" y="30"/>
                    <a:pt x="267" y="37"/>
                    <a:pt x="267" y="46"/>
                  </a:cubicBezTo>
                  <a:cubicBezTo>
                    <a:pt x="267" y="54"/>
                    <a:pt x="267" y="54"/>
                    <a:pt x="267" y="54"/>
                  </a:cubicBezTo>
                  <a:cubicBezTo>
                    <a:pt x="315" y="58"/>
                    <a:pt x="357" y="79"/>
                    <a:pt x="389" y="111"/>
                  </a:cubicBezTo>
                  <a:cubicBezTo>
                    <a:pt x="421" y="143"/>
                    <a:pt x="442" y="186"/>
                    <a:pt x="446" y="234"/>
                  </a:cubicBezTo>
                  <a:cubicBezTo>
                    <a:pt x="455" y="234"/>
                    <a:pt x="455" y="234"/>
                    <a:pt x="455" y="234"/>
                  </a:cubicBezTo>
                  <a:cubicBezTo>
                    <a:pt x="464" y="234"/>
                    <a:pt x="471" y="241"/>
                    <a:pt x="471" y="251"/>
                  </a:cubicBezTo>
                  <a:cubicBezTo>
                    <a:pt x="471" y="260"/>
                    <a:pt x="464" y="267"/>
                    <a:pt x="455" y="267"/>
                  </a:cubicBezTo>
                  <a:close/>
                </a:path>
              </a:pathLst>
            </a:custGeom>
            <a:solidFill>
              <a:srgbClr val="FFA000">
                <a:alpha val="8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62" name="Freeform 46"/>
            <p:cNvSpPr/>
            <p:nvPr>
              <p:custDataLst>
                <p:tags r:id="rId16"/>
              </p:custDataLst>
            </p:nvPr>
          </p:nvSpPr>
          <p:spPr bwMode="auto">
            <a:xfrm>
              <a:off x="966788" y="3043238"/>
              <a:ext cx="96838" cy="117475"/>
            </a:xfrm>
            <a:custGeom>
              <a:avLst/>
              <a:gdLst>
                <a:gd name="T0" fmla="*/ 16 w 33"/>
                <a:gd name="T1" fmla="*/ 40 h 40"/>
                <a:gd name="T2" fmla="*/ 33 w 33"/>
                <a:gd name="T3" fmla="*/ 24 h 40"/>
                <a:gd name="T4" fmla="*/ 33 w 33"/>
                <a:gd name="T5" fmla="*/ 0 h 40"/>
                <a:gd name="T6" fmla="*/ 16 w 33"/>
                <a:gd name="T7" fmla="*/ 0 h 40"/>
                <a:gd name="T8" fmla="*/ 0 w 33"/>
                <a:gd name="T9" fmla="*/ 0 h 40"/>
                <a:gd name="T10" fmla="*/ 0 w 33"/>
                <a:gd name="T11" fmla="*/ 24 h 40"/>
                <a:gd name="T12" fmla="*/ 16 w 33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40"/>
                  </a:moveTo>
                  <a:cubicBezTo>
                    <a:pt x="25" y="40"/>
                    <a:pt x="33" y="33"/>
                    <a:pt x="33" y="24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7" y="0"/>
                    <a:pt x="22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3"/>
                    <a:pt x="7" y="40"/>
                    <a:pt x="16" y="4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63" name="Freeform 47"/>
            <p:cNvSpPr/>
            <p:nvPr>
              <p:custDataLst>
                <p:tags r:id="rId17"/>
              </p:custDataLst>
            </p:nvPr>
          </p:nvSpPr>
          <p:spPr bwMode="auto">
            <a:xfrm>
              <a:off x="966788" y="4079875"/>
              <a:ext cx="96838" cy="115888"/>
            </a:xfrm>
            <a:custGeom>
              <a:avLst/>
              <a:gdLst>
                <a:gd name="T0" fmla="*/ 16 w 33"/>
                <a:gd name="T1" fmla="*/ 0 h 40"/>
                <a:gd name="T2" fmla="*/ 0 w 33"/>
                <a:gd name="T3" fmla="*/ 17 h 40"/>
                <a:gd name="T4" fmla="*/ 0 w 33"/>
                <a:gd name="T5" fmla="*/ 40 h 40"/>
                <a:gd name="T6" fmla="*/ 16 w 33"/>
                <a:gd name="T7" fmla="*/ 40 h 40"/>
                <a:gd name="T8" fmla="*/ 33 w 33"/>
                <a:gd name="T9" fmla="*/ 40 h 40"/>
                <a:gd name="T10" fmla="*/ 33 w 33"/>
                <a:gd name="T11" fmla="*/ 17 h 40"/>
                <a:gd name="T12" fmla="*/ 16 w 33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0"/>
                  </a:moveTo>
                  <a:cubicBezTo>
                    <a:pt x="7" y="0"/>
                    <a:pt x="0" y="7"/>
                    <a:pt x="0" y="1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5" y="40"/>
                    <a:pt x="11" y="40"/>
                    <a:pt x="16" y="40"/>
                  </a:cubicBezTo>
                  <a:cubicBezTo>
                    <a:pt x="22" y="40"/>
                    <a:pt x="27" y="40"/>
                    <a:pt x="33" y="40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7"/>
                    <a:pt x="25" y="0"/>
                    <a:pt x="16" y="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64" name="Freeform 48"/>
            <p:cNvSpPr/>
            <p:nvPr>
              <p:custDataLst>
                <p:tags r:id="rId18"/>
              </p:custDataLst>
            </p:nvPr>
          </p:nvSpPr>
          <p:spPr bwMode="auto">
            <a:xfrm>
              <a:off x="434976" y="3571875"/>
              <a:ext cx="120650" cy="96838"/>
            </a:xfrm>
            <a:custGeom>
              <a:avLst/>
              <a:gdLst>
                <a:gd name="T0" fmla="*/ 41 w 41"/>
                <a:gd name="T1" fmla="*/ 17 h 33"/>
                <a:gd name="T2" fmla="*/ 24 w 41"/>
                <a:gd name="T3" fmla="*/ 0 h 33"/>
                <a:gd name="T4" fmla="*/ 1 w 41"/>
                <a:gd name="T5" fmla="*/ 0 h 33"/>
                <a:gd name="T6" fmla="*/ 0 w 41"/>
                <a:gd name="T7" fmla="*/ 17 h 33"/>
                <a:gd name="T8" fmla="*/ 1 w 41"/>
                <a:gd name="T9" fmla="*/ 33 h 33"/>
                <a:gd name="T10" fmla="*/ 24 w 41"/>
                <a:gd name="T11" fmla="*/ 33 h 33"/>
                <a:gd name="T12" fmla="*/ 41 w 41"/>
                <a:gd name="T13" fmla="*/ 1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33">
                  <a:moveTo>
                    <a:pt x="41" y="17"/>
                  </a:moveTo>
                  <a:cubicBezTo>
                    <a:pt x="41" y="7"/>
                    <a:pt x="33" y="0"/>
                    <a:pt x="2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6"/>
                    <a:pt x="0" y="11"/>
                    <a:pt x="0" y="17"/>
                  </a:cubicBezTo>
                  <a:cubicBezTo>
                    <a:pt x="0" y="22"/>
                    <a:pt x="1" y="28"/>
                    <a:pt x="1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33" y="33"/>
                    <a:pt x="41" y="26"/>
                    <a:pt x="41" y="17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65" name="Freeform 49"/>
            <p:cNvSpPr/>
            <p:nvPr>
              <p:custDataLst>
                <p:tags r:id="rId19"/>
              </p:custDataLst>
            </p:nvPr>
          </p:nvSpPr>
          <p:spPr bwMode="auto">
            <a:xfrm>
              <a:off x="1474788" y="3571875"/>
              <a:ext cx="119063" cy="96838"/>
            </a:xfrm>
            <a:custGeom>
              <a:avLst/>
              <a:gdLst>
                <a:gd name="T0" fmla="*/ 39 w 40"/>
                <a:gd name="T1" fmla="*/ 0 h 33"/>
                <a:gd name="T2" fmla="*/ 16 w 40"/>
                <a:gd name="T3" fmla="*/ 0 h 33"/>
                <a:gd name="T4" fmla="*/ 0 w 40"/>
                <a:gd name="T5" fmla="*/ 17 h 33"/>
                <a:gd name="T6" fmla="*/ 16 w 40"/>
                <a:gd name="T7" fmla="*/ 33 h 33"/>
                <a:gd name="T8" fmla="*/ 39 w 40"/>
                <a:gd name="T9" fmla="*/ 33 h 33"/>
                <a:gd name="T10" fmla="*/ 40 w 40"/>
                <a:gd name="T11" fmla="*/ 17 h 33"/>
                <a:gd name="T12" fmla="*/ 39 w 40"/>
                <a:gd name="T13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33">
                  <a:moveTo>
                    <a:pt x="39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26"/>
                    <a:pt x="7" y="33"/>
                    <a:pt x="16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0" y="28"/>
                    <a:pt x="40" y="22"/>
                    <a:pt x="40" y="17"/>
                  </a:cubicBezTo>
                  <a:cubicBezTo>
                    <a:pt x="40" y="11"/>
                    <a:pt x="40" y="6"/>
                    <a:pt x="39" y="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66" name="Oval 50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25513" y="3532188"/>
              <a:ext cx="176213" cy="174625"/>
            </a:xfrm>
            <a:prstGeom prst="ellipse">
              <a:avLst/>
            </a:pr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67" name="Freeform 51"/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652463" y="3254375"/>
              <a:ext cx="723900" cy="730250"/>
            </a:xfrm>
            <a:custGeom>
              <a:avLst/>
              <a:gdLst>
                <a:gd name="T0" fmla="*/ 106 w 246"/>
                <a:gd name="T1" fmla="*/ 86 h 249"/>
                <a:gd name="T2" fmla="*/ 109 w 246"/>
                <a:gd name="T3" fmla="*/ 89 h 249"/>
                <a:gd name="T4" fmla="*/ 123 w 246"/>
                <a:gd name="T5" fmla="*/ 86 h 249"/>
                <a:gd name="T6" fmla="*/ 162 w 246"/>
                <a:gd name="T7" fmla="*/ 125 h 249"/>
                <a:gd name="T8" fmla="*/ 159 w 246"/>
                <a:gd name="T9" fmla="*/ 139 h 249"/>
                <a:gd name="T10" fmla="*/ 162 w 246"/>
                <a:gd name="T11" fmla="*/ 142 h 249"/>
                <a:gd name="T12" fmla="*/ 246 w 246"/>
                <a:gd name="T13" fmla="*/ 0 h 249"/>
                <a:gd name="T14" fmla="*/ 106 w 246"/>
                <a:gd name="T15" fmla="*/ 86 h 249"/>
                <a:gd name="T16" fmla="*/ 123 w 246"/>
                <a:gd name="T17" fmla="*/ 163 h 249"/>
                <a:gd name="T18" fmla="*/ 84 w 246"/>
                <a:gd name="T19" fmla="*/ 125 h 249"/>
                <a:gd name="T20" fmla="*/ 87 w 246"/>
                <a:gd name="T21" fmla="*/ 110 h 249"/>
                <a:gd name="T22" fmla="*/ 85 w 246"/>
                <a:gd name="T23" fmla="*/ 107 h 249"/>
                <a:gd name="T24" fmla="*/ 0 w 246"/>
                <a:gd name="T25" fmla="*/ 249 h 249"/>
                <a:gd name="T26" fmla="*/ 140 w 246"/>
                <a:gd name="T27" fmla="*/ 163 h 249"/>
                <a:gd name="T28" fmla="*/ 138 w 246"/>
                <a:gd name="T29" fmla="*/ 160 h 249"/>
                <a:gd name="T30" fmla="*/ 123 w 246"/>
                <a:gd name="T31" fmla="*/ 16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6" h="249">
                  <a:moveTo>
                    <a:pt x="106" y="86"/>
                  </a:moveTo>
                  <a:cubicBezTo>
                    <a:pt x="109" y="89"/>
                    <a:pt x="109" y="89"/>
                    <a:pt x="109" y="89"/>
                  </a:cubicBezTo>
                  <a:cubicBezTo>
                    <a:pt x="113" y="87"/>
                    <a:pt x="118" y="86"/>
                    <a:pt x="123" y="86"/>
                  </a:cubicBezTo>
                  <a:cubicBezTo>
                    <a:pt x="145" y="86"/>
                    <a:pt x="162" y="103"/>
                    <a:pt x="162" y="125"/>
                  </a:cubicBezTo>
                  <a:cubicBezTo>
                    <a:pt x="162" y="130"/>
                    <a:pt x="161" y="135"/>
                    <a:pt x="159" y="139"/>
                  </a:cubicBezTo>
                  <a:cubicBezTo>
                    <a:pt x="162" y="142"/>
                    <a:pt x="162" y="142"/>
                    <a:pt x="162" y="142"/>
                  </a:cubicBezTo>
                  <a:cubicBezTo>
                    <a:pt x="246" y="0"/>
                    <a:pt x="246" y="0"/>
                    <a:pt x="246" y="0"/>
                  </a:cubicBezTo>
                  <a:lnTo>
                    <a:pt x="106" y="86"/>
                  </a:lnTo>
                  <a:close/>
                  <a:moveTo>
                    <a:pt x="123" y="163"/>
                  </a:moveTo>
                  <a:cubicBezTo>
                    <a:pt x="102" y="163"/>
                    <a:pt x="84" y="146"/>
                    <a:pt x="84" y="125"/>
                  </a:cubicBezTo>
                  <a:cubicBezTo>
                    <a:pt x="84" y="119"/>
                    <a:pt x="86" y="114"/>
                    <a:pt x="87" y="110"/>
                  </a:cubicBezTo>
                  <a:cubicBezTo>
                    <a:pt x="85" y="107"/>
                    <a:pt x="85" y="107"/>
                    <a:pt x="85" y="107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140" y="163"/>
                    <a:pt x="140" y="163"/>
                    <a:pt x="140" y="163"/>
                  </a:cubicBezTo>
                  <a:cubicBezTo>
                    <a:pt x="138" y="160"/>
                    <a:pt x="138" y="160"/>
                    <a:pt x="138" y="160"/>
                  </a:cubicBezTo>
                  <a:cubicBezTo>
                    <a:pt x="133" y="162"/>
                    <a:pt x="128" y="163"/>
                    <a:pt x="123" y="163"/>
                  </a:cubicBez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68" name="Freeform 52"/>
            <p:cNvSpPr/>
            <p:nvPr>
              <p:custDataLst>
                <p:tags r:id="rId22"/>
              </p:custDataLst>
            </p:nvPr>
          </p:nvSpPr>
          <p:spPr bwMode="auto">
            <a:xfrm>
              <a:off x="935038" y="2698750"/>
              <a:ext cx="158750" cy="158750"/>
            </a:xfrm>
            <a:custGeom>
              <a:avLst/>
              <a:gdLst>
                <a:gd name="T0" fmla="*/ 27 w 54"/>
                <a:gd name="T1" fmla="*/ 0 h 54"/>
                <a:gd name="T2" fmla="*/ 0 w 54"/>
                <a:gd name="T3" fmla="*/ 27 h 54"/>
                <a:gd name="T4" fmla="*/ 0 w 54"/>
                <a:gd name="T5" fmla="*/ 54 h 54"/>
                <a:gd name="T6" fmla="*/ 29 w 54"/>
                <a:gd name="T7" fmla="*/ 52 h 54"/>
                <a:gd name="T8" fmla="*/ 29 w 54"/>
                <a:gd name="T9" fmla="*/ 52 h 54"/>
                <a:gd name="T10" fmla="*/ 54 w 54"/>
                <a:gd name="T11" fmla="*/ 53 h 54"/>
                <a:gd name="T12" fmla="*/ 54 w 54"/>
                <a:gd name="T13" fmla="*/ 27 h 54"/>
                <a:gd name="T14" fmla="*/ 27 w 54"/>
                <a:gd name="T1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4">
                  <a:moveTo>
                    <a:pt x="27" y="0"/>
                  </a:moveTo>
                  <a:cubicBezTo>
                    <a:pt x="12" y="0"/>
                    <a:pt x="0" y="12"/>
                    <a:pt x="0" y="27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0" y="53"/>
                    <a:pt x="1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38" y="52"/>
                    <a:pt x="46" y="52"/>
                    <a:pt x="54" y="53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12"/>
                    <a:pt x="42" y="0"/>
                    <a:pt x="27" y="0"/>
                  </a:cubicBez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</p:grpSp>
      <p:sp>
        <p:nvSpPr>
          <p:cNvPr id="69" name="TextBox 68"/>
          <p:cNvSpPr txBox="1"/>
          <p:nvPr>
            <p:custDataLst>
              <p:tags r:id="rId3"/>
            </p:custDataLst>
          </p:nvPr>
        </p:nvSpPr>
        <p:spPr>
          <a:xfrm>
            <a:off x="6019817" y="1865189"/>
            <a:ext cx="493406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3200" b="1" dirty="0" err="1">
                <a:solidFill>
                  <a:srgbClr val="7030A0"/>
                </a:solidFill>
              </a:rPr>
              <a:t>核心概念</a:t>
            </a:r>
            <a:endParaRPr lang="zh-CN" sz="3200" b="1" dirty="0">
              <a:solidFill>
                <a:srgbClr val="7030A0"/>
              </a:solidFill>
            </a:endParaRPr>
          </a:p>
        </p:txBody>
      </p:sp>
      <p:sp>
        <p:nvSpPr>
          <p:cNvPr id="2" name="TextBox 68"/>
          <p:cNvSpPr txBox="1"/>
          <p:nvPr>
            <p:custDataLst>
              <p:tags r:id="rId4"/>
            </p:custDataLst>
          </p:nvPr>
        </p:nvSpPr>
        <p:spPr>
          <a:xfrm>
            <a:off x="6019817" y="933644"/>
            <a:ext cx="493406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7030A0"/>
                </a:solidFill>
              </a:rPr>
              <a:t>端侧智能体背景</a:t>
            </a:r>
          </a:p>
        </p:txBody>
      </p: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5276048" y="2649011"/>
            <a:ext cx="549719" cy="617843"/>
            <a:chOff x="279401" y="2698750"/>
            <a:chExt cx="1473200" cy="1655763"/>
          </a:xfrm>
        </p:grpSpPr>
        <p:sp>
          <p:nvSpPr>
            <p:cNvPr id="14" name="Freeform 4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279401" y="2884488"/>
              <a:ext cx="1473200" cy="1470025"/>
            </a:xfrm>
            <a:custGeom>
              <a:avLst/>
              <a:gdLst>
                <a:gd name="T0" fmla="*/ 250 w 501"/>
                <a:gd name="T1" fmla="*/ 0 h 501"/>
                <a:gd name="T2" fmla="*/ 0 w 501"/>
                <a:gd name="T3" fmla="*/ 251 h 501"/>
                <a:gd name="T4" fmla="*/ 250 w 501"/>
                <a:gd name="T5" fmla="*/ 501 h 501"/>
                <a:gd name="T6" fmla="*/ 501 w 501"/>
                <a:gd name="T7" fmla="*/ 251 h 501"/>
                <a:gd name="T8" fmla="*/ 250 w 501"/>
                <a:gd name="T9" fmla="*/ 0 h 501"/>
                <a:gd name="T10" fmla="*/ 455 w 501"/>
                <a:gd name="T11" fmla="*/ 267 h 501"/>
                <a:gd name="T12" fmla="*/ 446 w 501"/>
                <a:gd name="T13" fmla="*/ 267 h 501"/>
                <a:gd name="T14" fmla="*/ 389 w 501"/>
                <a:gd name="T15" fmla="*/ 390 h 501"/>
                <a:gd name="T16" fmla="*/ 267 w 501"/>
                <a:gd name="T17" fmla="*/ 447 h 501"/>
                <a:gd name="T18" fmla="*/ 267 w 501"/>
                <a:gd name="T19" fmla="*/ 455 h 501"/>
                <a:gd name="T20" fmla="*/ 250 w 501"/>
                <a:gd name="T21" fmla="*/ 471 h 501"/>
                <a:gd name="T22" fmla="*/ 234 w 501"/>
                <a:gd name="T23" fmla="*/ 455 h 501"/>
                <a:gd name="T24" fmla="*/ 234 w 501"/>
                <a:gd name="T25" fmla="*/ 447 h 501"/>
                <a:gd name="T26" fmla="*/ 111 w 501"/>
                <a:gd name="T27" fmla="*/ 390 h 501"/>
                <a:gd name="T28" fmla="*/ 54 w 501"/>
                <a:gd name="T29" fmla="*/ 267 h 501"/>
                <a:gd name="T30" fmla="*/ 46 w 501"/>
                <a:gd name="T31" fmla="*/ 267 h 501"/>
                <a:gd name="T32" fmla="*/ 30 w 501"/>
                <a:gd name="T33" fmla="*/ 251 h 501"/>
                <a:gd name="T34" fmla="*/ 46 w 501"/>
                <a:gd name="T35" fmla="*/ 234 h 501"/>
                <a:gd name="T36" fmla="*/ 54 w 501"/>
                <a:gd name="T37" fmla="*/ 234 h 501"/>
                <a:gd name="T38" fmla="*/ 111 w 501"/>
                <a:gd name="T39" fmla="*/ 111 h 501"/>
                <a:gd name="T40" fmla="*/ 234 w 501"/>
                <a:gd name="T41" fmla="*/ 54 h 501"/>
                <a:gd name="T42" fmla="*/ 234 w 501"/>
                <a:gd name="T43" fmla="*/ 46 h 501"/>
                <a:gd name="T44" fmla="*/ 250 w 501"/>
                <a:gd name="T45" fmla="*/ 30 h 501"/>
                <a:gd name="T46" fmla="*/ 267 w 501"/>
                <a:gd name="T47" fmla="*/ 46 h 501"/>
                <a:gd name="T48" fmla="*/ 267 w 501"/>
                <a:gd name="T49" fmla="*/ 54 h 501"/>
                <a:gd name="T50" fmla="*/ 389 w 501"/>
                <a:gd name="T51" fmla="*/ 111 h 501"/>
                <a:gd name="T52" fmla="*/ 446 w 501"/>
                <a:gd name="T53" fmla="*/ 234 h 501"/>
                <a:gd name="T54" fmla="*/ 455 w 501"/>
                <a:gd name="T55" fmla="*/ 234 h 501"/>
                <a:gd name="T56" fmla="*/ 471 w 501"/>
                <a:gd name="T57" fmla="*/ 251 h 501"/>
                <a:gd name="T58" fmla="*/ 455 w 501"/>
                <a:gd name="T59" fmla="*/ 267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1" h="501">
                  <a:moveTo>
                    <a:pt x="250" y="0"/>
                  </a:moveTo>
                  <a:cubicBezTo>
                    <a:pt x="112" y="0"/>
                    <a:pt x="0" y="112"/>
                    <a:pt x="0" y="251"/>
                  </a:cubicBezTo>
                  <a:cubicBezTo>
                    <a:pt x="0" y="389"/>
                    <a:pt x="112" y="501"/>
                    <a:pt x="250" y="501"/>
                  </a:cubicBezTo>
                  <a:cubicBezTo>
                    <a:pt x="389" y="501"/>
                    <a:pt x="501" y="389"/>
                    <a:pt x="501" y="251"/>
                  </a:cubicBezTo>
                  <a:cubicBezTo>
                    <a:pt x="501" y="112"/>
                    <a:pt x="389" y="0"/>
                    <a:pt x="250" y="0"/>
                  </a:cubicBezTo>
                  <a:close/>
                  <a:moveTo>
                    <a:pt x="455" y="267"/>
                  </a:moveTo>
                  <a:cubicBezTo>
                    <a:pt x="446" y="267"/>
                    <a:pt x="446" y="267"/>
                    <a:pt x="446" y="267"/>
                  </a:cubicBezTo>
                  <a:cubicBezTo>
                    <a:pt x="442" y="315"/>
                    <a:pt x="421" y="358"/>
                    <a:pt x="389" y="390"/>
                  </a:cubicBezTo>
                  <a:cubicBezTo>
                    <a:pt x="357" y="422"/>
                    <a:pt x="315" y="443"/>
                    <a:pt x="267" y="447"/>
                  </a:cubicBezTo>
                  <a:cubicBezTo>
                    <a:pt x="267" y="455"/>
                    <a:pt x="267" y="455"/>
                    <a:pt x="267" y="455"/>
                  </a:cubicBezTo>
                  <a:cubicBezTo>
                    <a:pt x="267" y="464"/>
                    <a:pt x="259" y="471"/>
                    <a:pt x="250" y="471"/>
                  </a:cubicBezTo>
                  <a:cubicBezTo>
                    <a:pt x="241" y="471"/>
                    <a:pt x="234" y="464"/>
                    <a:pt x="234" y="455"/>
                  </a:cubicBezTo>
                  <a:cubicBezTo>
                    <a:pt x="234" y="447"/>
                    <a:pt x="234" y="447"/>
                    <a:pt x="234" y="447"/>
                  </a:cubicBezTo>
                  <a:cubicBezTo>
                    <a:pt x="186" y="443"/>
                    <a:pt x="143" y="422"/>
                    <a:pt x="111" y="390"/>
                  </a:cubicBezTo>
                  <a:cubicBezTo>
                    <a:pt x="79" y="358"/>
                    <a:pt x="58" y="315"/>
                    <a:pt x="54" y="267"/>
                  </a:cubicBezTo>
                  <a:cubicBezTo>
                    <a:pt x="46" y="267"/>
                    <a:pt x="46" y="267"/>
                    <a:pt x="46" y="267"/>
                  </a:cubicBezTo>
                  <a:cubicBezTo>
                    <a:pt x="37" y="267"/>
                    <a:pt x="30" y="260"/>
                    <a:pt x="30" y="251"/>
                  </a:cubicBezTo>
                  <a:cubicBezTo>
                    <a:pt x="30" y="241"/>
                    <a:pt x="37" y="234"/>
                    <a:pt x="46" y="234"/>
                  </a:cubicBezTo>
                  <a:cubicBezTo>
                    <a:pt x="54" y="234"/>
                    <a:pt x="54" y="234"/>
                    <a:pt x="54" y="234"/>
                  </a:cubicBezTo>
                  <a:cubicBezTo>
                    <a:pt x="58" y="186"/>
                    <a:pt x="79" y="143"/>
                    <a:pt x="111" y="111"/>
                  </a:cubicBezTo>
                  <a:cubicBezTo>
                    <a:pt x="143" y="79"/>
                    <a:pt x="186" y="58"/>
                    <a:pt x="234" y="54"/>
                  </a:cubicBezTo>
                  <a:cubicBezTo>
                    <a:pt x="234" y="46"/>
                    <a:pt x="234" y="46"/>
                    <a:pt x="234" y="46"/>
                  </a:cubicBezTo>
                  <a:cubicBezTo>
                    <a:pt x="234" y="37"/>
                    <a:pt x="241" y="30"/>
                    <a:pt x="250" y="30"/>
                  </a:cubicBezTo>
                  <a:cubicBezTo>
                    <a:pt x="259" y="30"/>
                    <a:pt x="267" y="37"/>
                    <a:pt x="267" y="46"/>
                  </a:cubicBezTo>
                  <a:cubicBezTo>
                    <a:pt x="267" y="54"/>
                    <a:pt x="267" y="54"/>
                    <a:pt x="267" y="54"/>
                  </a:cubicBezTo>
                  <a:cubicBezTo>
                    <a:pt x="315" y="58"/>
                    <a:pt x="357" y="79"/>
                    <a:pt x="389" y="111"/>
                  </a:cubicBezTo>
                  <a:cubicBezTo>
                    <a:pt x="421" y="143"/>
                    <a:pt x="442" y="186"/>
                    <a:pt x="446" y="234"/>
                  </a:cubicBezTo>
                  <a:cubicBezTo>
                    <a:pt x="455" y="234"/>
                    <a:pt x="455" y="234"/>
                    <a:pt x="455" y="234"/>
                  </a:cubicBezTo>
                  <a:cubicBezTo>
                    <a:pt x="464" y="234"/>
                    <a:pt x="471" y="241"/>
                    <a:pt x="471" y="251"/>
                  </a:cubicBezTo>
                  <a:cubicBezTo>
                    <a:pt x="471" y="260"/>
                    <a:pt x="464" y="267"/>
                    <a:pt x="455" y="267"/>
                  </a:cubicBezTo>
                  <a:close/>
                </a:path>
              </a:pathLst>
            </a:custGeom>
            <a:solidFill>
              <a:srgbClr val="FFA000">
                <a:alpha val="8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15" name="Freeform 46"/>
            <p:cNvSpPr/>
            <p:nvPr>
              <p:custDataLst>
                <p:tags r:id="rId8"/>
              </p:custDataLst>
            </p:nvPr>
          </p:nvSpPr>
          <p:spPr bwMode="auto">
            <a:xfrm>
              <a:off x="966788" y="3043238"/>
              <a:ext cx="96838" cy="117475"/>
            </a:xfrm>
            <a:custGeom>
              <a:avLst/>
              <a:gdLst>
                <a:gd name="T0" fmla="*/ 16 w 33"/>
                <a:gd name="T1" fmla="*/ 40 h 40"/>
                <a:gd name="T2" fmla="*/ 33 w 33"/>
                <a:gd name="T3" fmla="*/ 24 h 40"/>
                <a:gd name="T4" fmla="*/ 33 w 33"/>
                <a:gd name="T5" fmla="*/ 0 h 40"/>
                <a:gd name="T6" fmla="*/ 16 w 33"/>
                <a:gd name="T7" fmla="*/ 0 h 40"/>
                <a:gd name="T8" fmla="*/ 0 w 33"/>
                <a:gd name="T9" fmla="*/ 0 h 40"/>
                <a:gd name="T10" fmla="*/ 0 w 33"/>
                <a:gd name="T11" fmla="*/ 24 h 40"/>
                <a:gd name="T12" fmla="*/ 16 w 33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40"/>
                  </a:moveTo>
                  <a:cubicBezTo>
                    <a:pt x="25" y="40"/>
                    <a:pt x="33" y="33"/>
                    <a:pt x="33" y="24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27" y="0"/>
                    <a:pt x="22" y="0"/>
                    <a:pt x="16" y="0"/>
                  </a:cubicBezTo>
                  <a:cubicBezTo>
                    <a:pt x="11" y="0"/>
                    <a:pt x="5" y="0"/>
                    <a:pt x="0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3"/>
                    <a:pt x="7" y="40"/>
                    <a:pt x="16" y="4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16" name="Freeform 47"/>
            <p:cNvSpPr/>
            <p:nvPr>
              <p:custDataLst>
                <p:tags r:id="rId9"/>
              </p:custDataLst>
            </p:nvPr>
          </p:nvSpPr>
          <p:spPr bwMode="auto">
            <a:xfrm>
              <a:off x="966788" y="4079875"/>
              <a:ext cx="96838" cy="115888"/>
            </a:xfrm>
            <a:custGeom>
              <a:avLst/>
              <a:gdLst>
                <a:gd name="T0" fmla="*/ 16 w 33"/>
                <a:gd name="T1" fmla="*/ 0 h 40"/>
                <a:gd name="T2" fmla="*/ 0 w 33"/>
                <a:gd name="T3" fmla="*/ 17 h 40"/>
                <a:gd name="T4" fmla="*/ 0 w 33"/>
                <a:gd name="T5" fmla="*/ 40 h 40"/>
                <a:gd name="T6" fmla="*/ 16 w 33"/>
                <a:gd name="T7" fmla="*/ 40 h 40"/>
                <a:gd name="T8" fmla="*/ 33 w 33"/>
                <a:gd name="T9" fmla="*/ 40 h 40"/>
                <a:gd name="T10" fmla="*/ 33 w 33"/>
                <a:gd name="T11" fmla="*/ 17 h 40"/>
                <a:gd name="T12" fmla="*/ 16 w 33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0">
                  <a:moveTo>
                    <a:pt x="16" y="0"/>
                  </a:moveTo>
                  <a:cubicBezTo>
                    <a:pt x="7" y="0"/>
                    <a:pt x="0" y="7"/>
                    <a:pt x="0" y="1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5" y="40"/>
                    <a:pt x="11" y="40"/>
                    <a:pt x="16" y="40"/>
                  </a:cubicBezTo>
                  <a:cubicBezTo>
                    <a:pt x="22" y="40"/>
                    <a:pt x="27" y="40"/>
                    <a:pt x="33" y="40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7"/>
                    <a:pt x="25" y="0"/>
                    <a:pt x="16" y="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17" name="Freeform 48"/>
            <p:cNvSpPr/>
            <p:nvPr>
              <p:custDataLst>
                <p:tags r:id="rId10"/>
              </p:custDataLst>
            </p:nvPr>
          </p:nvSpPr>
          <p:spPr bwMode="auto">
            <a:xfrm>
              <a:off x="434976" y="3571875"/>
              <a:ext cx="120650" cy="96838"/>
            </a:xfrm>
            <a:custGeom>
              <a:avLst/>
              <a:gdLst>
                <a:gd name="T0" fmla="*/ 41 w 41"/>
                <a:gd name="T1" fmla="*/ 17 h 33"/>
                <a:gd name="T2" fmla="*/ 24 w 41"/>
                <a:gd name="T3" fmla="*/ 0 h 33"/>
                <a:gd name="T4" fmla="*/ 1 w 41"/>
                <a:gd name="T5" fmla="*/ 0 h 33"/>
                <a:gd name="T6" fmla="*/ 0 w 41"/>
                <a:gd name="T7" fmla="*/ 17 h 33"/>
                <a:gd name="T8" fmla="*/ 1 w 41"/>
                <a:gd name="T9" fmla="*/ 33 h 33"/>
                <a:gd name="T10" fmla="*/ 24 w 41"/>
                <a:gd name="T11" fmla="*/ 33 h 33"/>
                <a:gd name="T12" fmla="*/ 41 w 41"/>
                <a:gd name="T13" fmla="*/ 1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33">
                  <a:moveTo>
                    <a:pt x="41" y="17"/>
                  </a:moveTo>
                  <a:cubicBezTo>
                    <a:pt x="41" y="7"/>
                    <a:pt x="33" y="0"/>
                    <a:pt x="2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6"/>
                    <a:pt x="0" y="11"/>
                    <a:pt x="0" y="17"/>
                  </a:cubicBezTo>
                  <a:cubicBezTo>
                    <a:pt x="0" y="22"/>
                    <a:pt x="1" y="28"/>
                    <a:pt x="1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33" y="33"/>
                    <a:pt x="41" y="26"/>
                    <a:pt x="41" y="17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18" name="Freeform 49"/>
            <p:cNvSpPr/>
            <p:nvPr>
              <p:custDataLst>
                <p:tags r:id="rId11"/>
              </p:custDataLst>
            </p:nvPr>
          </p:nvSpPr>
          <p:spPr bwMode="auto">
            <a:xfrm>
              <a:off x="1474788" y="3571875"/>
              <a:ext cx="119063" cy="96838"/>
            </a:xfrm>
            <a:custGeom>
              <a:avLst/>
              <a:gdLst>
                <a:gd name="T0" fmla="*/ 39 w 40"/>
                <a:gd name="T1" fmla="*/ 0 h 33"/>
                <a:gd name="T2" fmla="*/ 16 w 40"/>
                <a:gd name="T3" fmla="*/ 0 h 33"/>
                <a:gd name="T4" fmla="*/ 0 w 40"/>
                <a:gd name="T5" fmla="*/ 17 h 33"/>
                <a:gd name="T6" fmla="*/ 16 w 40"/>
                <a:gd name="T7" fmla="*/ 33 h 33"/>
                <a:gd name="T8" fmla="*/ 39 w 40"/>
                <a:gd name="T9" fmla="*/ 33 h 33"/>
                <a:gd name="T10" fmla="*/ 40 w 40"/>
                <a:gd name="T11" fmla="*/ 17 h 33"/>
                <a:gd name="T12" fmla="*/ 39 w 40"/>
                <a:gd name="T13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33">
                  <a:moveTo>
                    <a:pt x="39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7"/>
                  </a:cubicBezTo>
                  <a:cubicBezTo>
                    <a:pt x="0" y="26"/>
                    <a:pt x="7" y="33"/>
                    <a:pt x="16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0" y="28"/>
                    <a:pt x="40" y="22"/>
                    <a:pt x="40" y="17"/>
                  </a:cubicBezTo>
                  <a:cubicBezTo>
                    <a:pt x="40" y="11"/>
                    <a:pt x="40" y="6"/>
                    <a:pt x="39" y="0"/>
                  </a:cubicBezTo>
                  <a:close/>
                </a:path>
              </a:pathLst>
            </a:cu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19" name="Oval 50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925513" y="3532188"/>
              <a:ext cx="176213" cy="174625"/>
            </a:xfrm>
            <a:prstGeom prst="ellipse">
              <a:avLst/>
            </a:prstGeom>
            <a:solidFill>
              <a:srgbClr val="3B44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20" name="Freeform 51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652463" y="3254375"/>
              <a:ext cx="723900" cy="730250"/>
            </a:xfrm>
            <a:custGeom>
              <a:avLst/>
              <a:gdLst>
                <a:gd name="T0" fmla="*/ 106 w 246"/>
                <a:gd name="T1" fmla="*/ 86 h 249"/>
                <a:gd name="T2" fmla="*/ 109 w 246"/>
                <a:gd name="T3" fmla="*/ 89 h 249"/>
                <a:gd name="T4" fmla="*/ 123 w 246"/>
                <a:gd name="T5" fmla="*/ 86 h 249"/>
                <a:gd name="T6" fmla="*/ 162 w 246"/>
                <a:gd name="T7" fmla="*/ 125 h 249"/>
                <a:gd name="T8" fmla="*/ 159 w 246"/>
                <a:gd name="T9" fmla="*/ 139 h 249"/>
                <a:gd name="T10" fmla="*/ 162 w 246"/>
                <a:gd name="T11" fmla="*/ 142 h 249"/>
                <a:gd name="T12" fmla="*/ 246 w 246"/>
                <a:gd name="T13" fmla="*/ 0 h 249"/>
                <a:gd name="T14" fmla="*/ 106 w 246"/>
                <a:gd name="T15" fmla="*/ 86 h 249"/>
                <a:gd name="T16" fmla="*/ 123 w 246"/>
                <a:gd name="T17" fmla="*/ 163 h 249"/>
                <a:gd name="T18" fmla="*/ 84 w 246"/>
                <a:gd name="T19" fmla="*/ 125 h 249"/>
                <a:gd name="T20" fmla="*/ 87 w 246"/>
                <a:gd name="T21" fmla="*/ 110 h 249"/>
                <a:gd name="T22" fmla="*/ 85 w 246"/>
                <a:gd name="T23" fmla="*/ 107 h 249"/>
                <a:gd name="T24" fmla="*/ 0 w 246"/>
                <a:gd name="T25" fmla="*/ 249 h 249"/>
                <a:gd name="T26" fmla="*/ 140 w 246"/>
                <a:gd name="T27" fmla="*/ 163 h 249"/>
                <a:gd name="T28" fmla="*/ 138 w 246"/>
                <a:gd name="T29" fmla="*/ 160 h 249"/>
                <a:gd name="T30" fmla="*/ 123 w 246"/>
                <a:gd name="T31" fmla="*/ 16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6" h="249">
                  <a:moveTo>
                    <a:pt x="106" y="86"/>
                  </a:moveTo>
                  <a:cubicBezTo>
                    <a:pt x="109" y="89"/>
                    <a:pt x="109" y="89"/>
                    <a:pt x="109" y="89"/>
                  </a:cubicBezTo>
                  <a:cubicBezTo>
                    <a:pt x="113" y="87"/>
                    <a:pt x="118" y="86"/>
                    <a:pt x="123" y="86"/>
                  </a:cubicBezTo>
                  <a:cubicBezTo>
                    <a:pt x="145" y="86"/>
                    <a:pt x="162" y="103"/>
                    <a:pt x="162" y="125"/>
                  </a:cubicBezTo>
                  <a:cubicBezTo>
                    <a:pt x="162" y="130"/>
                    <a:pt x="161" y="135"/>
                    <a:pt x="159" y="139"/>
                  </a:cubicBezTo>
                  <a:cubicBezTo>
                    <a:pt x="162" y="142"/>
                    <a:pt x="162" y="142"/>
                    <a:pt x="162" y="142"/>
                  </a:cubicBezTo>
                  <a:cubicBezTo>
                    <a:pt x="246" y="0"/>
                    <a:pt x="246" y="0"/>
                    <a:pt x="246" y="0"/>
                  </a:cubicBezTo>
                  <a:lnTo>
                    <a:pt x="106" y="86"/>
                  </a:lnTo>
                  <a:close/>
                  <a:moveTo>
                    <a:pt x="123" y="163"/>
                  </a:moveTo>
                  <a:cubicBezTo>
                    <a:pt x="102" y="163"/>
                    <a:pt x="84" y="146"/>
                    <a:pt x="84" y="125"/>
                  </a:cubicBezTo>
                  <a:cubicBezTo>
                    <a:pt x="84" y="119"/>
                    <a:pt x="86" y="114"/>
                    <a:pt x="87" y="110"/>
                  </a:cubicBezTo>
                  <a:cubicBezTo>
                    <a:pt x="85" y="107"/>
                    <a:pt x="85" y="107"/>
                    <a:pt x="85" y="107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140" y="163"/>
                    <a:pt x="140" y="163"/>
                    <a:pt x="140" y="163"/>
                  </a:cubicBezTo>
                  <a:cubicBezTo>
                    <a:pt x="138" y="160"/>
                    <a:pt x="138" y="160"/>
                    <a:pt x="138" y="160"/>
                  </a:cubicBezTo>
                  <a:cubicBezTo>
                    <a:pt x="133" y="162"/>
                    <a:pt x="128" y="163"/>
                    <a:pt x="123" y="163"/>
                  </a:cubicBezTo>
                  <a:close/>
                </a:path>
              </a:pathLst>
            </a:custGeom>
            <a:solidFill>
              <a:srgbClr val="23A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  <p:sp>
          <p:nvSpPr>
            <p:cNvPr id="21" name="Freeform 52"/>
            <p:cNvSpPr/>
            <p:nvPr>
              <p:custDataLst>
                <p:tags r:id="rId14"/>
              </p:custDataLst>
            </p:nvPr>
          </p:nvSpPr>
          <p:spPr bwMode="auto">
            <a:xfrm>
              <a:off x="935038" y="2698750"/>
              <a:ext cx="158750" cy="158750"/>
            </a:xfrm>
            <a:custGeom>
              <a:avLst/>
              <a:gdLst>
                <a:gd name="T0" fmla="*/ 27 w 54"/>
                <a:gd name="T1" fmla="*/ 0 h 54"/>
                <a:gd name="T2" fmla="*/ 0 w 54"/>
                <a:gd name="T3" fmla="*/ 27 h 54"/>
                <a:gd name="T4" fmla="*/ 0 w 54"/>
                <a:gd name="T5" fmla="*/ 54 h 54"/>
                <a:gd name="T6" fmla="*/ 29 w 54"/>
                <a:gd name="T7" fmla="*/ 52 h 54"/>
                <a:gd name="T8" fmla="*/ 29 w 54"/>
                <a:gd name="T9" fmla="*/ 52 h 54"/>
                <a:gd name="T10" fmla="*/ 54 w 54"/>
                <a:gd name="T11" fmla="*/ 53 h 54"/>
                <a:gd name="T12" fmla="*/ 54 w 54"/>
                <a:gd name="T13" fmla="*/ 27 h 54"/>
                <a:gd name="T14" fmla="*/ 27 w 54"/>
                <a:gd name="T1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4">
                  <a:moveTo>
                    <a:pt x="27" y="0"/>
                  </a:moveTo>
                  <a:cubicBezTo>
                    <a:pt x="12" y="0"/>
                    <a:pt x="0" y="12"/>
                    <a:pt x="0" y="27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10" y="53"/>
                    <a:pt x="1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38" y="52"/>
                    <a:pt x="46" y="52"/>
                    <a:pt x="54" y="53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12"/>
                    <a:pt x="42" y="0"/>
                    <a:pt x="27" y="0"/>
                  </a:cubicBezTo>
                  <a:close/>
                </a:path>
              </a:pathLst>
            </a:custGeom>
            <a:solidFill>
              <a:srgbClr val="A6C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19" tIns="45709" rIns="91419" bIns="45709" numCol="1" anchor="t" anchorCtr="0" compatLnSpc="1"/>
            <a:lstStyle/>
            <a:p>
              <a:endParaRPr lang="zh-CN" altLang="en-US" b="1">
                <a:solidFill>
                  <a:srgbClr val="7030A0"/>
                </a:solidFill>
              </a:endParaRPr>
            </a:p>
          </p:txBody>
        </p:sp>
      </p:grpSp>
      <p:sp>
        <p:nvSpPr>
          <p:cNvPr id="23" name="TextBox 68"/>
          <p:cNvSpPr txBox="1"/>
          <p:nvPr>
            <p:custDataLst>
              <p:tags r:id="rId6"/>
            </p:custDataLst>
          </p:nvPr>
        </p:nvSpPr>
        <p:spPr>
          <a:xfrm>
            <a:off x="6019817" y="2695769"/>
            <a:ext cx="493406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7030A0"/>
                </a:solidFill>
              </a:rPr>
              <a:t>实战</a:t>
            </a:r>
            <a:endParaRPr lang="zh-CN" sz="3200" b="1" dirty="0">
              <a:solidFill>
                <a:srgbClr val="7030A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B685072-E711-877B-95D0-C21C795FB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B332F-8BF1-D484-3A70-722FE1272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>
            <a:extLst>
              <a:ext uri="{FF2B5EF4-FFF2-40B4-BE49-F238E27FC236}">
                <a16:creationId xmlns:a16="http://schemas.microsoft.com/office/drawing/2014/main" id="{947BEC3C-030C-5AC2-4183-9C2A77D38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90" y="370895"/>
            <a:ext cx="8121210" cy="624416"/>
          </a:xfrm>
        </p:spPr>
        <p:txBody>
          <a:bodyPr>
            <a:noAutofit/>
          </a:bodyPr>
          <a:lstStyle/>
          <a:p>
            <a:r>
              <a:rPr lang="zh-CN" altLang="en-US" b="1" dirty="0"/>
              <a:t>端智能体</a:t>
            </a:r>
            <a:endParaRPr lang="en-US" altLang="zh-CN" b="1" dirty="0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42283EEF-C5C2-80F0-F7BD-5E4AA707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6AFDFD2-ED23-1C6D-F2B4-781C55E9B4CB}"/>
              </a:ext>
            </a:extLst>
          </p:cNvPr>
          <p:cNvSpPr txBox="1"/>
          <p:nvPr/>
        </p:nvSpPr>
        <p:spPr>
          <a:xfrm>
            <a:off x="584334" y="1508689"/>
            <a:ext cx="11023332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端智能体（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On-device Agent)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是指部署并运行在终端设备（如手机、穿戴设备、边缘节点、车载系统、家庭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设备）上的智能系统。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它能在本地完成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感知、理解、决策、执行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等完整智能行为，无需依赖（或较少依赖）云端进行独立运作，并可选择性地与其它设备或云服务协作。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7D267E-B845-DB8C-4385-DA6AD6BF7A9A}"/>
              </a:ext>
            </a:extLst>
          </p:cNvPr>
          <p:cNvSpPr txBox="1"/>
          <p:nvPr/>
        </p:nvSpPr>
        <p:spPr>
          <a:xfrm>
            <a:off x="471270" y="3771900"/>
            <a:ext cx="57634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形态包括：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智能手机系统智能体（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Apple Intelligence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、华为小艺、小米小爱灵犀）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基于视觉模型的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智能体（豆包手机助手）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轻量级任务智能体，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边缘智能体</a:t>
            </a:r>
          </a:p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289EC77-B22C-DA44-80FC-244756D5E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291" y="3429000"/>
            <a:ext cx="2909244" cy="331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13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02595-9EAC-EE8D-3DDC-4C7D0B655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>
            <a:extLst>
              <a:ext uri="{FF2B5EF4-FFF2-40B4-BE49-F238E27FC236}">
                <a16:creationId xmlns:a16="http://schemas.microsoft.com/office/drawing/2014/main" id="{6580933A-A446-C819-A9FF-F85DC36C4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90" y="370895"/>
            <a:ext cx="8121210" cy="624416"/>
          </a:xfrm>
        </p:spPr>
        <p:txBody>
          <a:bodyPr>
            <a:noAutofit/>
          </a:bodyPr>
          <a:lstStyle/>
          <a:p>
            <a:r>
              <a:rPr lang="zh-CN" altLang="en-US" b="1" dirty="0"/>
              <a:t>移动端智能的崛起</a:t>
            </a:r>
            <a:endParaRPr lang="en-US" altLang="zh-CN" b="1" dirty="0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0438E6FE-4D5F-8065-B875-97238BC10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C0D54B8-8140-165F-AB91-4FBC9A3408CB}"/>
              </a:ext>
            </a:extLst>
          </p:cNvPr>
          <p:cNvSpPr txBox="1"/>
          <p:nvPr/>
        </p:nvSpPr>
        <p:spPr>
          <a:xfrm>
            <a:off x="581026" y="1758493"/>
            <a:ext cx="10776783" cy="21209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端侧硬件能力显著提升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：手机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全面增强；车载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、边缘主机推理能力提高显著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小模型（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Small Language Models, SLM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）发展迅速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1B~3B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的模型已经能在手机上运行，端侧具备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LLM-level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的语言、理解、推理、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端侧智能化需求强烈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：隐私敏感场景（家庭、医疗）；实时场景（车联网、工业控制）；无网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弱网场景（户外、地下、隧道）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34DA626-9FE7-FE75-96AB-C326735FE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146" y="4281231"/>
            <a:ext cx="6555601" cy="257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317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B2A8-4C22-0A72-D073-904048A5E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>
            <a:extLst>
              <a:ext uri="{FF2B5EF4-FFF2-40B4-BE49-F238E27FC236}">
                <a16:creationId xmlns:a16="http://schemas.microsoft.com/office/drawing/2014/main" id="{954DAAEF-8CB3-BF22-3A94-26AB841AD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90" y="370895"/>
            <a:ext cx="8121210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移动端</a:t>
            </a:r>
            <a:r>
              <a:rPr lang="en-US" altLang="zh-CN" dirty="0"/>
              <a:t>vs</a:t>
            </a:r>
            <a:r>
              <a:rPr lang="zh-CN" altLang="en-US" dirty="0"/>
              <a:t>服务器</a:t>
            </a:r>
            <a:endParaRPr lang="en-US" altLang="zh-CN" b="1" dirty="0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BB4C3AD8-F992-904C-E049-B9959D9A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54E5A7-79CD-C358-1BC5-065281EED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82" y="2926680"/>
            <a:ext cx="11485714" cy="334285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CF685E1-0398-F12B-7C54-4E4710AB4F48}"/>
              </a:ext>
            </a:extLst>
          </p:cNvPr>
          <p:cNvSpPr txBox="1"/>
          <p:nvPr/>
        </p:nvSpPr>
        <p:spPr>
          <a:xfrm>
            <a:off x="421382" y="1591663"/>
            <a:ext cx="8325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和服务器</a:t>
            </a:r>
            <a:r>
              <a:rPr lang="en-US" altLang="zh-CN" dirty="0"/>
              <a:t>/</a:t>
            </a:r>
            <a:r>
              <a:rPr lang="zh-CN" altLang="en-US" dirty="0"/>
              <a:t>桌面智能体相比，在移动端的智能体有以下的不同：</a:t>
            </a:r>
          </a:p>
        </p:txBody>
      </p:sp>
    </p:spTree>
    <p:extLst>
      <p:ext uri="{BB962C8B-B14F-4D97-AF65-F5344CB8AC3E}">
        <p14:creationId xmlns:p14="http://schemas.microsoft.com/office/powerpoint/2010/main" val="2760266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A410B-2B37-005E-3D76-2915F7215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>
            <a:extLst>
              <a:ext uri="{FF2B5EF4-FFF2-40B4-BE49-F238E27FC236}">
                <a16:creationId xmlns:a16="http://schemas.microsoft.com/office/drawing/2014/main" id="{D6CE13F5-56C3-5648-9AC8-A32F1F54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90" y="370895"/>
            <a:ext cx="8121210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智能体的核心：</a:t>
            </a:r>
            <a:r>
              <a:rPr lang="en-US" altLang="zh-CN" dirty="0"/>
              <a:t>PDA </a:t>
            </a:r>
            <a:r>
              <a:rPr lang="zh-CN" altLang="en-US" dirty="0"/>
              <a:t>循环</a:t>
            </a:r>
            <a:endParaRPr lang="en-US" altLang="zh-CN" b="1" dirty="0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E36AECC3-B9F1-3CBB-B03E-C80C0364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46FA5D-B8EC-464D-A19D-9C7BFD3AC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8" y="4301624"/>
            <a:ext cx="11876190" cy="231428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9014609-4D08-AB85-63D0-7B51EF0EDD9B}"/>
              </a:ext>
            </a:extLst>
          </p:cNvPr>
          <p:cNvSpPr txBox="1"/>
          <p:nvPr/>
        </p:nvSpPr>
        <p:spPr>
          <a:xfrm>
            <a:off x="673240" y="1728317"/>
            <a:ext cx="110129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PDA</a:t>
            </a:r>
            <a:r>
              <a:rPr lang="zh-CN" altLang="en-US" sz="2000" dirty="0"/>
              <a:t>（</a:t>
            </a:r>
            <a:r>
              <a:rPr lang="en-US" altLang="zh-CN" sz="2000" dirty="0"/>
              <a:t>Perception-Decision-Action</a:t>
            </a:r>
            <a:r>
              <a:rPr lang="zh-CN" altLang="en-US" sz="2000" dirty="0"/>
              <a:t>，感知</a:t>
            </a:r>
            <a:r>
              <a:rPr lang="en-US" altLang="zh-CN" sz="2000" dirty="0"/>
              <a:t>-</a:t>
            </a:r>
            <a:r>
              <a:rPr lang="zh-CN" altLang="en-US" sz="2000" dirty="0"/>
              <a:t>决策</a:t>
            </a:r>
            <a:r>
              <a:rPr lang="en-US" altLang="zh-CN" sz="2000" dirty="0"/>
              <a:t>-</a:t>
            </a:r>
            <a:r>
              <a:rPr lang="zh-CN" altLang="en-US" sz="2000" dirty="0"/>
              <a:t>行动）是所有智能体的核心工作方式：</a:t>
            </a:r>
            <a:r>
              <a:rPr lang="en-US" altLang="zh-CN" sz="2000" dirty="0"/>
              <a:t>1.</a:t>
            </a:r>
            <a:r>
              <a:rPr lang="zh-CN" altLang="en-US" sz="2000" dirty="0"/>
              <a:t> </a:t>
            </a:r>
            <a:r>
              <a:rPr lang="zh-CN" altLang="en-US" sz="2000" b="1" dirty="0"/>
              <a:t>感知（</a:t>
            </a:r>
            <a:r>
              <a:rPr lang="en-US" altLang="zh-CN" sz="2000" b="1" dirty="0"/>
              <a:t>Perception</a:t>
            </a:r>
            <a:r>
              <a:rPr lang="zh-CN" altLang="en-US" sz="2000" b="1" dirty="0"/>
              <a:t>）</a:t>
            </a:r>
            <a:r>
              <a:rPr lang="zh-CN" altLang="en-US" sz="2000" dirty="0"/>
              <a:t>：读取当前环境状态，例如</a:t>
            </a:r>
            <a:r>
              <a:rPr lang="en-US" altLang="zh-CN" sz="2000" dirty="0"/>
              <a:t>"</a:t>
            </a:r>
            <a:r>
              <a:rPr lang="zh-CN" altLang="en-US" sz="2000" dirty="0"/>
              <a:t>现在屏幕上显示什么？</a:t>
            </a:r>
            <a:r>
              <a:rPr lang="en-US" altLang="zh-CN" sz="2000" dirty="0"/>
              <a:t>"</a:t>
            </a:r>
            <a:endParaRPr lang="zh-CN" altLang="en-US" sz="2000" dirty="0"/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 </a:t>
            </a:r>
            <a:r>
              <a:rPr lang="zh-CN" altLang="en-US" sz="2000" b="1" dirty="0"/>
              <a:t>决策（</a:t>
            </a:r>
            <a:r>
              <a:rPr lang="en-US" altLang="zh-CN" sz="2000" b="1" dirty="0"/>
              <a:t>Decision</a:t>
            </a:r>
            <a:r>
              <a:rPr lang="zh-CN" altLang="en-US" sz="2000" b="1" dirty="0"/>
              <a:t>）</a:t>
            </a:r>
            <a:r>
              <a:rPr lang="zh-CN" altLang="en-US" sz="2000" dirty="0"/>
              <a:t>：由 </a:t>
            </a:r>
            <a:r>
              <a:rPr lang="en-US" altLang="zh-CN" sz="2000" dirty="0"/>
              <a:t>AI </a:t>
            </a:r>
            <a:r>
              <a:rPr lang="zh-CN" altLang="en-US" sz="2000" dirty="0"/>
              <a:t>大模型分析状态，决定下一步做什么，例如</a:t>
            </a:r>
            <a:r>
              <a:rPr lang="en-US" altLang="zh-CN" sz="2000" dirty="0"/>
              <a:t>"</a:t>
            </a:r>
            <a:r>
              <a:rPr lang="zh-CN" altLang="en-US" sz="2000" dirty="0"/>
              <a:t>点击搜索框</a:t>
            </a:r>
            <a:r>
              <a:rPr lang="en-US" altLang="zh-CN" sz="2000" dirty="0"/>
              <a:t>"</a:t>
            </a:r>
            <a:endParaRPr lang="zh-CN" altLang="en-US" sz="2000" dirty="0"/>
          </a:p>
          <a:p>
            <a:r>
              <a:rPr lang="en-US" altLang="zh-CN" sz="2000" dirty="0"/>
              <a:t>3.</a:t>
            </a:r>
            <a:r>
              <a:rPr lang="zh-CN" altLang="en-US" sz="2000" dirty="0"/>
              <a:t> </a:t>
            </a:r>
            <a:r>
              <a:rPr lang="zh-CN" altLang="en-US" sz="2000" b="1" dirty="0"/>
              <a:t>行动（</a:t>
            </a:r>
            <a:r>
              <a:rPr lang="en-US" altLang="zh-CN" sz="2000" b="1" dirty="0"/>
              <a:t>Action</a:t>
            </a:r>
            <a:r>
              <a:rPr lang="zh-CN" altLang="en-US" sz="2000" b="1" dirty="0"/>
              <a:t>）</a:t>
            </a:r>
            <a:r>
              <a:rPr lang="zh-CN" altLang="en-US" sz="2000" dirty="0"/>
              <a:t>：实际执行操作，例如模拟点击屏幕上的某个位置</a:t>
            </a:r>
          </a:p>
          <a:p>
            <a:endParaRPr lang="zh-CN" altLang="en-US" sz="2000" dirty="0"/>
          </a:p>
          <a:p>
            <a:r>
              <a:rPr lang="zh-CN" altLang="en-US" sz="2000" dirty="0"/>
              <a:t>这个循环会不断重复，直到任务完成。</a:t>
            </a:r>
          </a:p>
        </p:txBody>
      </p:sp>
    </p:spTree>
    <p:extLst>
      <p:ext uri="{BB962C8B-B14F-4D97-AF65-F5344CB8AC3E}">
        <p14:creationId xmlns:p14="http://schemas.microsoft.com/office/powerpoint/2010/main" val="2695701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DDD9E-E0E3-A00C-88F2-0999F0ED1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>
            <a:extLst>
              <a:ext uri="{FF2B5EF4-FFF2-40B4-BE49-F238E27FC236}">
                <a16:creationId xmlns:a16="http://schemas.microsoft.com/office/drawing/2014/main" id="{4CBA9D09-2AC1-75A8-CBF9-337B67BFE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90" y="370895"/>
            <a:ext cx="8121210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移动端</a:t>
            </a:r>
            <a:r>
              <a:rPr lang="en-US" altLang="zh-CN" dirty="0"/>
              <a:t>PDA</a:t>
            </a:r>
            <a:r>
              <a:rPr lang="zh-CN" altLang="en-US" dirty="0"/>
              <a:t>的特殊形态</a:t>
            </a:r>
            <a:endParaRPr lang="en-US" altLang="zh-CN" b="1" dirty="0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CB502C15-137D-19AA-0DF3-F5B7B65F4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85900D-12D2-00BE-FFE5-418AE640C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064" y="1458847"/>
            <a:ext cx="8121210" cy="502825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2186305-8A18-A8F8-9BE6-4CB4C3240209}"/>
              </a:ext>
            </a:extLst>
          </p:cNvPr>
          <p:cNvSpPr txBox="1"/>
          <p:nvPr/>
        </p:nvSpPr>
        <p:spPr>
          <a:xfrm>
            <a:off x="448221" y="1954504"/>
            <a:ext cx="30364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特殊性：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感知数据多模态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决策可边缘化</a:t>
            </a:r>
            <a:endParaRPr lang="en-US" altLang="zh-CN" dirty="0"/>
          </a:p>
          <a:p>
            <a:r>
              <a:rPr lang="en-US" altLang="zh-CN" dirty="0"/>
              <a:t>3.GUI</a:t>
            </a:r>
            <a:r>
              <a:rPr lang="zh-CN" altLang="en-US" dirty="0"/>
              <a:t>操作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如何利用这些特殊性实现更快速更智能的</a:t>
            </a:r>
            <a:r>
              <a:rPr lang="en-US" altLang="zh-CN" dirty="0"/>
              <a:t>agent</a:t>
            </a:r>
            <a:r>
              <a:rPr lang="zh-CN" altLang="en-US" dirty="0"/>
              <a:t>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92013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14E93-6E3D-EFE6-C333-7AE192DE4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>
            <a:extLst>
              <a:ext uri="{FF2B5EF4-FFF2-40B4-BE49-F238E27FC236}">
                <a16:creationId xmlns:a16="http://schemas.microsoft.com/office/drawing/2014/main" id="{9B95181A-7371-99FF-7CFE-9CE020E07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90" y="370895"/>
            <a:ext cx="8121210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决策层设计路线</a:t>
            </a:r>
            <a:endParaRPr lang="en-US" altLang="zh-CN" b="1" dirty="0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764CB134-2E9E-270D-E85D-80E982F25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58FD20-DBD5-57F1-2D9C-9AD21227BC2D}"/>
              </a:ext>
            </a:extLst>
          </p:cNvPr>
          <p:cNvSpPr txBox="1"/>
          <p:nvPr/>
        </p:nvSpPr>
        <p:spPr>
          <a:xfrm>
            <a:off x="773374" y="2033517"/>
            <a:ext cx="1002200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决策层决定了将模型服务部署在什么地方。根据离终端设备的远近，可以将其分成三种路线：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云端大脑：</a:t>
            </a:r>
            <a:r>
              <a:rPr lang="en-US" altLang="zh-CN" dirty="0"/>
              <a:t>API</a:t>
            </a:r>
            <a:r>
              <a:rPr lang="zh-CN" altLang="en-US" dirty="0"/>
              <a:t>调用，使用云服务，调用云端</a:t>
            </a:r>
            <a:r>
              <a:rPr lang="en-US" altLang="zh-CN" dirty="0" err="1"/>
              <a:t>api</a:t>
            </a:r>
            <a:r>
              <a:rPr lang="zh-CN" altLang="en-US" dirty="0"/>
              <a:t>接口获取</a:t>
            </a:r>
            <a:r>
              <a:rPr lang="en-US" altLang="zh-CN" dirty="0"/>
              <a:t>LLM</a:t>
            </a:r>
            <a:r>
              <a:rPr lang="zh-CN" altLang="en-US" dirty="0"/>
              <a:t>推理结果。</a:t>
            </a:r>
            <a:endParaRPr lang="en-US" altLang="zh-CN" dirty="0"/>
          </a:p>
          <a:p>
            <a:r>
              <a:rPr lang="zh-CN" altLang="en-US" dirty="0"/>
              <a:t>为了使模型能力最大化，通常使用超大参数闭源模型（</a:t>
            </a:r>
            <a:r>
              <a:rPr lang="en-US" altLang="zh-CN" dirty="0"/>
              <a:t>GPT5</a:t>
            </a:r>
            <a:r>
              <a:rPr lang="zh-CN" altLang="en-US" dirty="0"/>
              <a:t>，</a:t>
            </a:r>
            <a:r>
              <a:rPr lang="en-US" altLang="zh-CN" dirty="0"/>
              <a:t>Gemini3</a:t>
            </a:r>
            <a:r>
              <a:rPr lang="zh-CN" altLang="en-US" dirty="0"/>
              <a:t>等）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边缘大脑：</a:t>
            </a:r>
            <a:r>
              <a:rPr lang="en-US" altLang="zh-CN" dirty="0"/>
              <a:t>PC</a:t>
            </a:r>
            <a:r>
              <a:rPr lang="zh-CN" altLang="en-US" dirty="0"/>
              <a:t>决策，使用</a:t>
            </a:r>
            <a:r>
              <a:rPr lang="en-US" altLang="zh-CN" dirty="0" err="1"/>
              <a:t>adb</a:t>
            </a:r>
            <a:r>
              <a:rPr lang="zh-CN" altLang="en-US" dirty="0"/>
              <a:t>（</a:t>
            </a:r>
            <a:r>
              <a:rPr lang="en-US" altLang="zh-CN" dirty="0"/>
              <a:t>Android Debug Bridge</a:t>
            </a:r>
            <a:r>
              <a:rPr lang="zh-CN" altLang="en-US" dirty="0"/>
              <a:t>）下发决策并执行</a:t>
            </a:r>
            <a:endParaRPr lang="en-US" altLang="zh-CN" dirty="0"/>
          </a:p>
          <a:p>
            <a:r>
              <a:rPr lang="zh-CN" altLang="en-US" dirty="0"/>
              <a:t>通常部署单机单卡可用开源模型（约</a:t>
            </a:r>
            <a:r>
              <a:rPr lang="en-US" altLang="zh-CN" dirty="0"/>
              <a:t>8B-32B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端侧大脑：在移动设备上部署模型，完全离线。</a:t>
            </a:r>
            <a:endParaRPr lang="en-US" altLang="zh-CN" dirty="0"/>
          </a:p>
          <a:p>
            <a:r>
              <a:rPr lang="zh-CN" altLang="en-US" dirty="0"/>
              <a:t>参数量一般不超过</a:t>
            </a:r>
            <a:r>
              <a:rPr lang="en-US" altLang="zh-CN" dirty="0"/>
              <a:t>8B</a:t>
            </a:r>
            <a:r>
              <a:rPr lang="zh-CN" altLang="en-US" dirty="0"/>
              <a:t>，使用轻量化小模型。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61576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B12DC-8E74-9B28-9DBD-B380FA510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>
            <a:extLst>
              <a:ext uri="{FF2B5EF4-FFF2-40B4-BE49-F238E27FC236}">
                <a16:creationId xmlns:a16="http://schemas.microsoft.com/office/drawing/2014/main" id="{9769CB0A-C5D7-F6B5-C40E-6BB34C3E9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90" y="370895"/>
            <a:ext cx="8121210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决策层设计路线</a:t>
            </a:r>
            <a:endParaRPr lang="en-US" altLang="zh-CN" b="1" dirty="0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CC5742C9-176A-6015-9AB9-A40718C54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EDF605-CD97-2821-B975-6971EB8FB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0340" y="1137313"/>
            <a:ext cx="6253300" cy="199662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EBD9A42-06D2-B4A5-9EB8-154A08D30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60" y="1137313"/>
            <a:ext cx="5411436" cy="476534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8CC1BE1-C200-6F36-F7E6-DC7076A25065}"/>
              </a:ext>
            </a:extLst>
          </p:cNvPr>
          <p:cNvSpPr txBox="1"/>
          <p:nvPr/>
        </p:nvSpPr>
        <p:spPr>
          <a:xfrm>
            <a:off x="6300716" y="3821373"/>
            <a:ext cx="50724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从移动端自动化任务的</a:t>
            </a:r>
            <a:r>
              <a:rPr lang="en-US" altLang="zh-CN" dirty="0"/>
              <a:t>benchmark leaderboard</a:t>
            </a:r>
            <a:r>
              <a:rPr lang="zh-CN" altLang="en-US" dirty="0"/>
              <a:t>可以看出，闭源大参数量模型的</a:t>
            </a:r>
            <a:r>
              <a:rPr lang="en-US" altLang="zh-CN" dirty="0"/>
              <a:t>scaling</a:t>
            </a:r>
            <a:r>
              <a:rPr lang="zh-CN" altLang="en-US" dirty="0"/>
              <a:t>效应明显。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在决策层的设计当中，需要考虑到开销，模型能力，推理延迟的平衡。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E18B14-ADEB-5C38-2926-CBD6F7D3A99D}"/>
              </a:ext>
            </a:extLst>
          </p:cNvPr>
          <p:cNvSpPr txBox="1"/>
          <p:nvPr/>
        </p:nvSpPr>
        <p:spPr>
          <a:xfrm>
            <a:off x="1514902" y="6117773"/>
            <a:ext cx="2028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android world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7C9CEE-63F0-2402-0A0B-9063D9972711}"/>
              </a:ext>
            </a:extLst>
          </p:cNvPr>
          <p:cNvSpPr txBox="1"/>
          <p:nvPr/>
        </p:nvSpPr>
        <p:spPr>
          <a:xfrm>
            <a:off x="8259171" y="3133940"/>
            <a:ext cx="2028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android lab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43431C2-3BD8-FC71-FA55-D1AD625CD02E}"/>
              </a:ext>
            </a:extLst>
          </p:cNvPr>
          <p:cNvSpPr txBox="1"/>
          <p:nvPr/>
        </p:nvSpPr>
        <p:spPr>
          <a:xfrm>
            <a:off x="4899548" y="6413286"/>
            <a:ext cx="75194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hlinkClick r:id="rId5"/>
              </a:rPr>
              <a:t>google-research/</a:t>
            </a:r>
            <a:r>
              <a:rPr lang="en-US" altLang="zh-CN" sz="1200" dirty="0" err="1">
                <a:hlinkClick r:id="rId5"/>
              </a:rPr>
              <a:t>android_world</a:t>
            </a:r>
            <a:r>
              <a:rPr lang="en-US" altLang="zh-CN" sz="1200" dirty="0">
                <a:hlinkClick r:id="rId5"/>
              </a:rPr>
              <a:t>: </a:t>
            </a:r>
            <a:r>
              <a:rPr lang="en-US" altLang="zh-CN" sz="1200" dirty="0" err="1">
                <a:hlinkClick r:id="rId5"/>
              </a:rPr>
              <a:t>AndroidWorld</a:t>
            </a:r>
            <a:r>
              <a:rPr lang="en-US" altLang="zh-CN" sz="1200" dirty="0">
                <a:hlinkClick r:id="rId5"/>
              </a:rPr>
              <a:t> is an environment and benchmark for autonomous agents</a:t>
            </a:r>
            <a:endParaRPr lang="zh-CN" altLang="en-US" sz="12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B7F732-50CD-F87C-43F7-44D640D8D0F7}"/>
              </a:ext>
            </a:extLst>
          </p:cNvPr>
          <p:cNvSpPr txBox="1"/>
          <p:nvPr/>
        </p:nvSpPr>
        <p:spPr>
          <a:xfrm>
            <a:off x="4899548" y="6210106"/>
            <a:ext cx="62256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hlinkClick r:id="rId6"/>
              </a:rPr>
              <a:t>THUDM/Android-Lab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72674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02FCF-1D68-43F4-8FC0-0BAF4A3CD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>
            <a:extLst>
              <a:ext uri="{FF2B5EF4-FFF2-40B4-BE49-F238E27FC236}">
                <a16:creationId xmlns:a16="http://schemas.microsoft.com/office/drawing/2014/main" id="{E44E6AA9-8025-D6D7-A87A-4A86F98B2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90" y="370895"/>
            <a:ext cx="8121210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感知层设计路线</a:t>
            </a:r>
            <a:endParaRPr lang="en-US" altLang="zh-CN" b="1" dirty="0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31E86C3A-984B-20EA-D394-F1F877A93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BBE90C8-FCD3-5742-29D6-8C855CAEF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459" y="3483569"/>
            <a:ext cx="9231506" cy="332625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FC277BD-519F-E7D2-4CDF-41763F07EE4F}"/>
              </a:ext>
            </a:extLst>
          </p:cNvPr>
          <p:cNvSpPr txBox="1"/>
          <p:nvPr/>
        </p:nvSpPr>
        <p:spPr>
          <a:xfrm>
            <a:off x="395785" y="1382973"/>
            <a:ext cx="109364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A11y</a:t>
            </a:r>
            <a:r>
              <a:rPr lang="zh-CN" altLang="en-US" dirty="0"/>
              <a:t>（</a:t>
            </a:r>
            <a:r>
              <a:rPr lang="en-US" altLang="zh-CN" dirty="0"/>
              <a:t>accessibility</a:t>
            </a:r>
            <a:r>
              <a:rPr lang="zh-CN" altLang="en-US" dirty="0"/>
              <a:t>，即无障碍辅助）：最初是为残障人士设计的辅助功能，但由于其独特的工作机制，它成为了移动端和桌面端感知屏幕数据、实现自动化操作的手段之一。</a:t>
            </a:r>
            <a:endParaRPr lang="en-US" altLang="zh-CN" dirty="0"/>
          </a:p>
          <a:p>
            <a:r>
              <a:rPr lang="zh-CN" altLang="en-US" dirty="0"/>
              <a:t>操作系统维护一颗无障碍节点树（</a:t>
            </a:r>
            <a:r>
              <a:rPr lang="en-US" altLang="zh-CN" dirty="0"/>
              <a:t>Accessibility Node Tree</a:t>
            </a:r>
            <a:r>
              <a:rPr lang="zh-CN" altLang="en-US" dirty="0"/>
              <a:t>），每个节点通常包含文本内容（</a:t>
            </a:r>
            <a:r>
              <a:rPr lang="en-US" altLang="zh-CN" dirty="0"/>
              <a:t>Text</a:t>
            </a:r>
            <a:r>
              <a:rPr lang="zh-CN" altLang="en-US" dirty="0"/>
              <a:t>）、内容描述（</a:t>
            </a:r>
            <a:r>
              <a:rPr lang="en-US" altLang="zh-CN" dirty="0"/>
              <a:t>Content Description</a:t>
            </a:r>
            <a:r>
              <a:rPr lang="zh-CN" altLang="en-US" dirty="0"/>
              <a:t>）、资源 </a:t>
            </a:r>
            <a:r>
              <a:rPr lang="en-US" altLang="zh-CN" dirty="0"/>
              <a:t>ID</a:t>
            </a:r>
            <a:r>
              <a:rPr lang="zh-CN" altLang="en-US" dirty="0"/>
              <a:t>（</a:t>
            </a:r>
            <a:r>
              <a:rPr lang="en-US" altLang="zh-CN" dirty="0"/>
              <a:t>Resource ID</a:t>
            </a:r>
            <a:r>
              <a:rPr lang="zh-CN" altLang="en-US" dirty="0"/>
              <a:t>）等。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另一个路线则是应用多模态大模型的能力，端到端输入屏幕截图，</a:t>
            </a:r>
            <a:r>
              <a:rPr lang="en-US" altLang="zh-CN" dirty="0"/>
              <a:t>VLM</a:t>
            </a:r>
            <a:r>
              <a:rPr lang="zh-CN" altLang="en-US" dirty="0"/>
              <a:t>返回下一步操作的像素点。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77754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5AC74-D961-75D1-E5DE-4A2897BF9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>
            <a:extLst>
              <a:ext uri="{FF2B5EF4-FFF2-40B4-BE49-F238E27FC236}">
                <a16:creationId xmlns:a16="http://schemas.microsoft.com/office/drawing/2014/main" id="{72FB3E59-8268-ADD5-08D7-006A0AFE2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90" y="370895"/>
            <a:ext cx="8121210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感知层设计路线</a:t>
            </a:r>
            <a:endParaRPr lang="en-US" altLang="zh-CN" b="1" dirty="0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59785745-D5B5-23B7-1192-464771FDB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CBC2CB-8659-1A78-CFB2-EB10A9588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367" y="3243211"/>
            <a:ext cx="8838095" cy="222857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80EF705-1E5E-80C1-4103-3363BC8EF06C}"/>
              </a:ext>
            </a:extLst>
          </p:cNvPr>
          <p:cNvSpPr txBox="1"/>
          <p:nvPr/>
        </p:nvSpPr>
        <p:spPr>
          <a:xfrm>
            <a:off x="732430" y="1473958"/>
            <a:ext cx="10849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然而，这两个策略各自有其缺陷：</a:t>
            </a:r>
            <a:endParaRPr lang="en-US" altLang="zh-CN" dirty="0"/>
          </a:p>
          <a:p>
            <a:r>
              <a:rPr lang="zh-CN" altLang="en-US" dirty="0"/>
              <a:t>基于</a:t>
            </a:r>
            <a:r>
              <a:rPr lang="en-US" altLang="zh-CN" dirty="0"/>
              <a:t>a11y</a:t>
            </a:r>
            <a:r>
              <a:rPr lang="zh-CN" altLang="en-US" dirty="0"/>
              <a:t>的感知依赖</a:t>
            </a:r>
            <a:r>
              <a:rPr lang="en-US" altLang="zh-CN" dirty="0"/>
              <a:t>app</a:t>
            </a:r>
            <a:r>
              <a:rPr lang="zh-CN" altLang="en-US" dirty="0"/>
              <a:t>的无障碍节点标注质量，且无法解析</a:t>
            </a:r>
            <a:r>
              <a:rPr lang="en-US" altLang="zh-CN" dirty="0"/>
              <a:t>canvas</a:t>
            </a:r>
            <a:r>
              <a:rPr lang="zh-CN" altLang="en-US" dirty="0"/>
              <a:t>场景。</a:t>
            </a:r>
            <a:endParaRPr lang="en-US" altLang="zh-CN" dirty="0"/>
          </a:p>
          <a:p>
            <a:r>
              <a:rPr lang="zh-CN" altLang="en-US" dirty="0"/>
              <a:t>基于截图的感知需要传输并进行多模态推理，开销高，在端侧实现难度高，推理速度慢。</a:t>
            </a:r>
          </a:p>
        </p:txBody>
      </p:sp>
    </p:spTree>
    <p:extLst>
      <p:ext uri="{BB962C8B-B14F-4D97-AF65-F5344CB8AC3E}">
        <p14:creationId xmlns:p14="http://schemas.microsoft.com/office/powerpoint/2010/main" val="1697948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985DA-9316-C71B-BE3F-477D0693F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>
            <a:extLst>
              <a:ext uri="{FF2B5EF4-FFF2-40B4-BE49-F238E27FC236}">
                <a16:creationId xmlns:a16="http://schemas.microsoft.com/office/drawing/2014/main" id="{FF6DBAEB-8F83-6EB2-45D4-1710934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90" y="370895"/>
            <a:ext cx="8121210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为什么要“大脑本地化”</a:t>
            </a:r>
            <a:endParaRPr lang="en-US" altLang="zh-CN" b="1" dirty="0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C58A5EE6-A9B6-5588-BCFD-6F24974E1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D63EF34-B10A-1D98-87BD-280BF6A159ED}"/>
              </a:ext>
            </a:extLst>
          </p:cNvPr>
          <p:cNvSpPr txBox="1"/>
          <p:nvPr/>
        </p:nvSpPr>
        <p:spPr>
          <a:xfrm>
            <a:off x="551495" y="1650785"/>
            <a:ext cx="114223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合规与隐私的红线</a:t>
            </a:r>
            <a:r>
              <a:rPr lang="zh-CN" altLang="en-US" sz="2000" dirty="0"/>
              <a:t>：智能体需要“看”屏幕，这意味着它能看到银行余额、私密聊天。上传云端具有极高的隐私泄露风险。</a:t>
            </a:r>
            <a:br>
              <a:rPr lang="en-US" altLang="zh-CN" sz="2000" dirty="0"/>
            </a:br>
            <a:r>
              <a:rPr lang="zh-CN" altLang="en-US" sz="2000" b="1" dirty="0"/>
              <a:t>移动场景的脆弱性</a:t>
            </a:r>
            <a:r>
              <a:rPr lang="zh-CN" altLang="en-US" sz="2000" dirty="0"/>
              <a:t>：电梯、地铁、高铁等弱网环境会导致云端 </a:t>
            </a:r>
            <a:r>
              <a:rPr lang="en-US" altLang="zh-CN" sz="2000" dirty="0"/>
              <a:t>Agent </a:t>
            </a:r>
            <a:r>
              <a:rPr lang="zh-CN" altLang="en-US" sz="2000" dirty="0"/>
              <a:t>直接瘫痪。</a:t>
            </a:r>
            <a:endParaRPr lang="en-US" altLang="zh-CN" sz="2000" dirty="0"/>
          </a:p>
          <a:p>
            <a:r>
              <a:rPr lang="zh-CN" altLang="en-US" sz="2000" b="1" dirty="0"/>
              <a:t>目标</a:t>
            </a:r>
            <a:r>
              <a:rPr lang="zh-CN" altLang="en-US" sz="2000" dirty="0"/>
              <a:t>：将 </a:t>
            </a:r>
            <a:r>
              <a:rPr lang="en-US" altLang="zh-CN" sz="2000" dirty="0"/>
              <a:t>0.5B - 4B </a:t>
            </a:r>
            <a:r>
              <a:rPr lang="zh-CN" altLang="en-US" sz="2000" dirty="0"/>
              <a:t>参数级别的小模型部署到移动设备内存中，实现纯本地闭环。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FF1215-A6BF-BF4B-2263-063DC619E7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95" y="3184555"/>
            <a:ext cx="7643277" cy="348575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0B0CEDD-0E35-50AD-518A-B0B0E91328BF}"/>
              </a:ext>
            </a:extLst>
          </p:cNvPr>
          <p:cNvSpPr txBox="1"/>
          <p:nvPr/>
        </p:nvSpPr>
        <p:spPr>
          <a:xfrm>
            <a:off x="8496434" y="4677877"/>
            <a:ext cx="33271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目前移动端</a:t>
            </a:r>
            <a:r>
              <a:rPr lang="en-US" altLang="zh-CN" dirty="0"/>
              <a:t>soc</a:t>
            </a:r>
            <a:r>
              <a:rPr lang="zh-CN" altLang="en-US" dirty="0"/>
              <a:t>可部署模型表</a:t>
            </a:r>
            <a:endParaRPr lang="en-US" altLang="zh-CN" dirty="0"/>
          </a:p>
          <a:p>
            <a:r>
              <a:rPr lang="zh-CN" altLang="en-US" dirty="0"/>
              <a:t>（估算）</a:t>
            </a:r>
            <a:endParaRPr lang="en-US" altLang="zh-CN" dirty="0"/>
          </a:p>
          <a:p>
            <a:r>
              <a:rPr lang="zh-CN" altLang="en-US" dirty="0"/>
              <a:t>数据来</a:t>
            </a:r>
            <a:r>
              <a:rPr lang="en-US" altLang="zh-CN" dirty="0"/>
              <a:t>https://www.canirun.ai/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8576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EBC2A-36F1-C8E0-19E2-72F0F4AA5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>
            <a:extLst>
              <a:ext uri="{FF2B5EF4-FFF2-40B4-BE49-F238E27FC236}">
                <a16:creationId xmlns:a16="http://schemas.microsoft.com/office/drawing/2014/main" id="{E1C53318-6828-66B4-C820-C3841155A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90" y="370895"/>
            <a:ext cx="8121210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模型的量化压缩</a:t>
            </a:r>
            <a:endParaRPr lang="en-US" altLang="zh-CN" b="1" dirty="0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49EBD425-58CF-5D5D-100A-E934411B5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49C22B3-24F1-B6B6-BA24-DDCE32763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742" y="2837597"/>
            <a:ext cx="7266667" cy="342857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41D3957-A14A-C4B8-3A94-274DD90448AF}"/>
              </a:ext>
            </a:extLst>
          </p:cNvPr>
          <p:cNvSpPr txBox="1"/>
          <p:nvPr/>
        </p:nvSpPr>
        <p:spPr>
          <a:xfrm>
            <a:off x="519764" y="1386038"/>
            <a:ext cx="1114605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大模型的参数（权重）通常⽤ </a:t>
            </a:r>
            <a:r>
              <a:rPr lang="en-US" altLang="zh-CN" dirty="0"/>
              <a:t>16 </a:t>
            </a:r>
            <a:r>
              <a:rPr lang="zh-CN" altLang="en-US" dirty="0"/>
              <a:t>位浮点数（ </a:t>
            </a:r>
            <a:r>
              <a:rPr lang="en-US" altLang="zh-CN" dirty="0"/>
              <a:t>FP16 </a:t>
            </a:r>
            <a:r>
              <a:rPr lang="zh-CN" altLang="en-US" dirty="0"/>
              <a:t>）存储，⼀个 </a:t>
            </a:r>
            <a:r>
              <a:rPr lang="en-US" altLang="zh-CN" dirty="0"/>
              <a:t>3B </a:t>
            </a:r>
            <a:r>
              <a:rPr lang="zh-CN" altLang="en-US" dirty="0"/>
              <a:t>（ </a:t>
            </a:r>
            <a:r>
              <a:rPr lang="en-US" altLang="zh-CN" dirty="0"/>
              <a:t>30 </a:t>
            </a:r>
            <a:r>
              <a:rPr lang="zh-CN" altLang="en-US" dirty="0"/>
              <a:t>亿参数）的模型大约需 要 </a:t>
            </a:r>
            <a:r>
              <a:rPr lang="en-US" altLang="zh-CN" dirty="0"/>
              <a:t>6 GB </a:t>
            </a:r>
            <a:r>
              <a:rPr lang="zh-CN" altLang="en-US" dirty="0"/>
              <a:t>内存，普通手机难以承载。 </a:t>
            </a:r>
            <a:r>
              <a:rPr lang="en-US" altLang="zh-CN" dirty="0"/>
              <a:t>“ </a:t>
            </a:r>
            <a:r>
              <a:rPr lang="zh-CN" altLang="en-US" dirty="0"/>
              <a:t>量化 </a:t>
            </a:r>
            <a:r>
              <a:rPr lang="en-US" altLang="zh-CN" dirty="0"/>
              <a:t>” </a:t>
            </a:r>
            <a:r>
              <a:rPr lang="zh-CN" altLang="en-US" dirty="0"/>
              <a:t>是⼀种压缩技术：把精确的浮点数换成精度稍低的整数存储，牺牲少量精度换取大幅的内存节省。为了在端侧部署模型，量化压缩通常是必要的步骤。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GGUF</a:t>
            </a:r>
            <a:r>
              <a:rPr lang="zh-CN" altLang="en-US" dirty="0"/>
              <a:t>是</a:t>
            </a:r>
            <a:r>
              <a:rPr lang="en-US" altLang="zh-CN" dirty="0"/>
              <a:t>llama.cpp </a:t>
            </a:r>
            <a:r>
              <a:rPr lang="zh-CN" altLang="en-US" dirty="0"/>
              <a:t>使用的模型⽂件格式，其量化文件名遵循 </a:t>
            </a:r>
            <a:r>
              <a:rPr lang="en-US" altLang="zh-CN" dirty="0"/>
              <a:t>Q{bits}_{strategy}_{size} </a:t>
            </a:r>
            <a:r>
              <a:rPr lang="zh-CN" altLang="en-US" dirty="0"/>
              <a:t>结构：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Bits</a:t>
            </a:r>
            <a:r>
              <a:rPr lang="zh-CN" altLang="en-US" dirty="0"/>
              <a:t>：每个权重用多少 </a:t>
            </a:r>
            <a:r>
              <a:rPr lang="en-US" altLang="zh-CN" dirty="0"/>
              <a:t>bit </a:t>
            </a:r>
            <a:r>
              <a:rPr lang="zh-CN" altLang="en-US" dirty="0"/>
              <a:t>表示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Strategy</a:t>
            </a:r>
            <a:r>
              <a:rPr lang="zh-CN" altLang="en-US" dirty="0"/>
              <a:t>：</a:t>
            </a:r>
            <a:r>
              <a:rPr lang="en-US" altLang="zh-CN" dirty="0"/>
              <a:t>0</a:t>
            </a:r>
            <a:r>
              <a:rPr lang="zh-CN" altLang="en-US" dirty="0"/>
              <a:t>表示均匀线性量化</a:t>
            </a:r>
            <a:endParaRPr lang="en-US" altLang="zh-CN" dirty="0"/>
          </a:p>
          <a:p>
            <a:r>
              <a:rPr lang="en-US" altLang="zh-CN" dirty="0"/>
              <a:t>K</a:t>
            </a:r>
            <a:r>
              <a:rPr lang="zh-CN" altLang="en-US" dirty="0"/>
              <a:t>表示基于</a:t>
            </a:r>
            <a:r>
              <a:rPr lang="en-US" altLang="zh-CN" dirty="0"/>
              <a:t>K-means</a:t>
            </a:r>
            <a:r>
              <a:rPr lang="zh-CN" altLang="en-US" dirty="0"/>
              <a:t>聚类的非均匀量化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Size</a:t>
            </a:r>
            <a:r>
              <a:rPr lang="zh-CN" altLang="en-US" dirty="0"/>
              <a:t>：</a:t>
            </a:r>
            <a:r>
              <a:rPr lang="en-US" altLang="zh-CN" dirty="0"/>
              <a:t>Small </a:t>
            </a:r>
            <a:r>
              <a:rPr lang="en-US" altLang="zh-CN" dirty="0" err="1"/>
              <a:t>Mediam</a:t>
            </a:r>
            <a:r>
              <a:rPr lang="en-US" altLang="zh-CN" dirty="0"/>
              <a:t> Large</a:t>
            </a:r>
          </a:p>
          <a:p>
            <a:endParaRPr lang="en-US" altLang="zh-CN" dirty="0"/>
          </a:p>
          <a:p>
            <a:r>
              <a:rPr lang="zh-CN" altLang="en-US" dirty="0"/>
              <a:t>另外，对于激活值量化策略与权重不同的：</a:t>
            </a:r>
            <a:endParaRPr lang="en-US" altLang="zh-CN" dirty="0"/>
          </a:p>
          <a:p>
            <a:r>
              <a:rPr lang="zh-CN" altLang="en-US" dirty="0"/>
              <a:t>用</a:t>
            </a:r>
            <a:r>
              <a:rPr lang="en-US" altLang="zh-CN" dirty="0" err="1"/>
              <a:t>WxAy</a:t>
            </a:r>
            <a:r>
              <a:rPr lang="zh-CN" altLang="en-US" dirty="0"/>
              <a:t>记号表示：</a:t>
            </a:r>
            <a:endParaRPr lang="en-US" altLang="zh-CN" dirty="0"/>
          </a:p>
          <a:p>
            <a:r>
              <a:rPr lang="zh-CN" altLang="en-US" dirty="0"/>
              <a:t>如</a:t>
            </a:r>
            <a:r>
              <a:rPr lang="en-US" altLang="zh-CN" dirty="0"/>
              <a:t>W4A16</a:t>
            </a:r>
            <a:r>
              <a:rPr lang="zh-CN" altLang="en-US" dirty="0"/>
              <a:t>：权重</a:t>
            </a:r>
            <a:r>
              <a:rPr lang="en-US" altLang="zh-CN" dirty="0"/>
              <a:t>4bit</a:t>
            </a:r>
            <a:r>
              <a:rPr lang="zh-CN" altLang="en-US" dirty="0"/>
              <a:t>量化，激活值</a:t>
            </a:r>
            <a:r>
              <a:rPr lang="en-US" altLang="zh-CN" dirty="0"/>
              <a:t>FP16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724737-E468-5584-A683-0F957AED9973}"/>
              </a:ext>
            </a:extLst>
          </p:cNvPr>
          <p:cNvSpPr txBox="1"/>
          <p:nvPr/>
        </p:nvSpPr>
        <p:spPr>
          <a:xfrm>
            <a:off x="7892955" y="6387153"/>
            <a:ext cx="3612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llama3.2-3B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29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9DF39-35D8-9503-C37A-2E87034E3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>
            <a:extLst>
              <a:ext uri="{FF2B5EF4-FFF2-40B4-BE49-F238E27FC236}">
                <a16:creationId xmlns:a16="http://schemas.microsoft.com/office/drawing/2014/main" id="{5D897A2C-B801-305B-90FE-219CFFF33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90" y="370895"/>
            <a:ext cx="8121210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端侧推理引擎生态</a:t>
            </a:r>
            <a:endParaRPr lang="en-US" altLang="zh-CN" b="1" dirty="0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02622437-8754-C7C6-E92F-092ECB3A0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  <p:pic>
        <p:nvPicPr>
          <p:cNvPr id="1026" name="Picture 2" descr="llama">
            <a:extLst>
              <a:ext uri="{FF2B5EF4-FFF2-40B4-BE49-F238E27FC236}">
                <a16:creationId xmlns:a16="http://schemas.microsoft.com/office/drawing/2014/main" id="{DEE88BCE-BEA4-340A-1066-9F430030E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889" y="1551004"/>
            <a:ext cx="5886651" cy="1962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2BE09EF-C7B9-E740-470B-D865640C2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2575" y="1699712"/>
            <a:ext cx="3009096" cy="273928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F9F2F21-7929-C9B2-340E-FF8A07BBB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3612" y="3809314"/>
            <a:ext cx="4098148" cy="134897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395EA4F-5136-F02C-3BC1-FA5CD4152C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889" y="3638952"/>
            <a:ext cx="4133333" cy="321904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EF38614-4ADC-938B-F7E3-820B214039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2839" y="5306996"/>
            <a:ext cx="6209524" cy="1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40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D7EED-1D4B-5CAC-9D85-D1869318D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>
            <a:extLst>
              <a:ext uri="{FF2B5EF4-FFF2-40B4-BE49-F238E27FC236}">
                <a16:creationId xmlns:a16="http://schemas.microsoft.com/office/drawing/2014/main" id="{BC1F5D52-16D9-199B-A83D-88D97CF93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90" y="370895"/>
            <a:ext cx="8121210" cy="624416"/>
          </a:xfrm>
        </p:spPr>
        <p:txBody>
          <a:bodyPr>
            <a:noAutofit/>
          </a:bodyPr>
          <a:lstStyle/>
          <a:p>
            <a:r>
              <a:rPr lang="zh-CN" altLang="en-US" dirty="0"/>
              <a:t>实战架构示例</a:t>
            </a:r>
            <a:endParaRPr lang="en-US" altLang="zh-CN" b="1" dirty="0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921D7E48-7A2B-A1E8-8C78-73EA9C141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0837B62-00F9-34F5-5484-1B2C90951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5" y="1764546"/>
            <a:ext cx="11550316" cy="478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03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9675C-06A7-5CB5-31C2-35328EF37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2">
            <a:extLst>
              <a:ext uri="{FF2B5EF4-FFF2-40B4-BE49-F238E27FC236}">
                <a16:creationId xmlns:a16="http://schemas.microsoft.com/office/drawing/2014/main" id="{B4F60BD0-1176-D1BD-3690-52973CE1E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590" y="370895"/>
            <a:ext cx="8121210" cy="624416"/>
          </a:xfrm>
        </p:spPr>
        <p:txBody>
          <a:bodyPr>
            <a:noAutofit/>
          </a:bodyPr>
          <a:lstStyle/>
          <a:p>
            <a:r>
              <a:rPr lang="zh-CN" altLang="en-US" b="1" dirty="0"/>
              <a:t>总结</a:t>
            </a:r>
            <a:endParaRPr lang="en-US" altLang="zh-CN" b="1" dirty="0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66BD38A8-A284-CD63-328C-81E683E26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5471AEB-3AC4-9681-B1D5-C5A9F9574A99}"/>
              </a:ext>
            </a:extLst>
          </p:cNvPr>
          <p:cNvSpPr txBox="1"/>
          <p:nvPr/>
        </p:nvSpPr>
        <p:spPr>
          <a:xfrm>
            <a:off x="636895" y="4913195"/>
            <a:ext cx="110728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目前端侧智能体仍处于早期发展阶段，主要受模型能力与端侧硬件的制约。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如何在模型和硬件的限制下最优化用户体验，在保证个人隐私的情况下，在移动端实现更通用更智能的智能体系统，是学术界和工业界共同的重要研究课题。</a:t>
            </a:r>
          </a:p>
        </p:txBody>
      </p:sp>
    </p:spTree>
    <p:extLst>
      <p:ext uri="{BB962C8B-B14F-4D97-AF65-F5344CB8AC3E}">
        <p14:creationId xmlns:p14="http://schemas.microsoft.com/office/powerpoint/2010/main" val="2909395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de468cff0a89a346615c48913c09ae9b56bd65c"/>
  <p:tag name="KSO_WM_NEWLAYOUT_GROUP_ID" val="layout_48"/>
  <p:tag name="KSO_WM_NEWLAYOUT_ID" val="slide_b9a0c9803ad3f3c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055ea08f9a066d78c4cdc9c8e1055bdd0b6de78"/>
  <p:tag name="KSO_WM_NEWLAYOUT_GROUP_ID" val="layout_10009"/>
  <p:tag name="KSO_WM_NEWLAYOUT_ID" val="slide_271e292e8ce0feb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f82997af538f355db07cb0f4147c9c22584708a"/>
  <p:tag name="KSO_WM_NEWLAYOUT_GROUP_ID" val="layout_10021"/>
  <p:tag name="KSO_WM_NEWLAYOUT_ID" val="slide_2124ea8383eff3bf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3cd826b1aa3a0725f0667294d13c730c3f9ef9a"/>
  <p:tag name="KSO_WM_NEWLAYOUT_GROUP_ID" val="layout_10002"/>
  <p:tag name="KSO_WM_NEWLAYOUT_ID" val="slide_cca23a7e33996d1f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3"/>
  <p:tag name="KSO_WM_UNIT_SUBTYPE" val="d"/>
  <p:tag name="KSO_WM_UNIT_TYPE" val="l_h_i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3"/>
  <p:tag name="KSO_WM_UNIT_SUBTYPE" val="d"/>
  <p:tag name="KSO_WM_UNIT_TYPE" val="l_h_i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3"/>
  <p:tag name="KSO_WM_UNIT_SUBTYPE" val="d"/>
  <p:tag name="KSO_WM_UNIT_TYPE" val="l_h_i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016ebff6f1493e53185b7231ad3265cda66df8"/>
  <p:tag name="KSO_WM_NEWLAYOUT_GROUP_ID" val="layout_10013"/>
  <p:tag name="KSO_WM_NEWLAYOUT_ID" val="slide_8b398fc64e4c05a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7e28812b0c649d87d0a34cc8caf7a900d9c1a4"/>
  <p:tag name="KSO_WM_NEWLAYOUT_GROUP_ID" val="layout_6"/>
  <p:tag name="KSO_WM_NEWLAYOUT_ID" val="slide_82e1f1fbf520933b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69ead7f8dc8c8c3dd90ad6af038c75bd22ca516"/>
  <p:tag name="KSO_WM_NEWLAYOUT_GROUP_ID" val="layout_34"/>
  <p:tag name="KSO_WM_NEWLAYOUT_ID" val="slide_ee1cf869270fa62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e3b5e2055e810734b7cebde7177be0e780db9e6"/>
  <p:tag name="KSO_WM_NEWLAYOUT_GROUP_ID" val="layout_31"/>
  <p:tag name="KSO_WM_NEWLAYOUT_ID" val="slide_be39bfab3d70b47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0297531376e92b9a2a59a452483b74596d3c35f"/>
  <p:tag name="KSO_WM_NEWLAYOUT_GROUP_ID" val="layout_53"/>
  <p:tag name="KSO_WM_NEWLAYOUT_ID" val="slide_0cb3c25280d5e7e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e38bc3062e5f4921233e723b0b2d609dc086565"/>
  <p:tag name="KSO_WM_NEWLAYOUT_GROUP_ID" val="layout_31"/>
  <p:tag name="KSO_WM_NEWLAYOUT_ID" val="slide_ea14bcc1890a96c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051a082ca338d902caccaaf4bbe0e548a5d7b01"/>
  <p:tag name="KSO_WM_NEWLAYOUT_GROUP_ID" val="layout_10021"/>
  <p:tag name="KSO_WM_NEWLAYOUT_ID" val="slide_bed728c1ecb64da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5_1"/>
  <p:tag name="KSO_WM_UNIT_TYPE" val="l_h_i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7e28812b0c649d87d0a34cc8caf7a900d9c1a4"/>
  <p:tag name="KSO_WM_NEWLAYOUT_GROUP_ID" val="layout_6"/>
  <p:tag name="KSO_WM_NEWLAYOUT_ID" val="slide_82e1f1fbf520933b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c704c8ba51c282fab2357f4d1ba97b461abb362"/>
  <p:tag name="KSO_WM_NEWLAYOUT_GROUP_ID" val="layout_10014"/>
  <p:tag name="KSO_WM_NEWLAYOUT_ID" val="slide_603db9749418b09f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9ac903452b35e0bb793972fe9e7c8773b5d5dba"/>
  <p:tag name="KSO_WM_NEWLAYOUT_GROUP_ID" val="layout_34"/>
  <p:tag name="KSO_WM_NEWLAYOUT_ID" val="slide_4ae229a2f1c7f65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be0593ec3e69506678779a99fc6716569b2b560"/>
  <p:tag name="KSO_WM_NEWLAYOUT_GROUP_ID" val="layout_10003"/>
  <p:tag name="KSO_WM_NEWLAYOUT_ID" val="slide_10cd397e0139f3d8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8c2df48c08d40a046c8cb5b2eb2acd9d46e058d"/>
  <p:tag name="KSO_WM_NEWLAYOUT_GROUP_ID" val="layout_53"/>
  <p:tag name="KSO_WM_NEWLAYOUT_ID" val="slide_4708abd0320f88f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68bd312209e9f0e9828104cf9df01e32cf0f66c"/>
  <p:tag name="KSO_WM_NEWLAYOUT_GROUP_ID" val="layout_34"/>
  <p:tag name="KSO_WM_NEWLAYOUT_ID" val="slide_758c0c38998d981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2e68ecf57e7fa054c434bb96d6ee4c0a73cb2c7"/>
  <p:tag name="KSO_WM_NEWLAYOUT_GROUP_ID" val="layout_57"/>
  <p:tag name="KSO_WM_NEWLAYOUT_ID" val="slide_daccd4fd984ea338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7358814fcf7edde3204ea1e1fde56484ffa023"/>
  <p:tag name="KSO_WM_NEWLAYOUT_GROUP_ID" val="layout_30"/>
  <p:tag name="KSO_WM_NEWLAYOUT_ID" val="slide_a16b2b5fbc98ea23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f3c6b5602657a37d9d1abfb52cb0025af2d60c7"/>
  <p:tag name="KSO_WM_NEWLAYOUT_GROUP_ID" val="layout_60"/>
  <p:tag name="KSO_WM_NEWLAYOUT_ID" val="slide_a2d74a30d6846818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8953c9b015d07982504979f8c03bae7ca781a0"/>
  <p:tag name="KSO_WM_NEWLAYOUT_GROUP_ID" val="layout_6"/>
  <p:tag name="KSO_WM_NEWLAYOUT_ID" val="slide_a8556cd901320e4b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996b3f9487503ed979065277ca8f30490f20d74"/>
  <p:tag name="KSO_WM_NEWLAYOUT_GROUP_ID" val="layout_31"/>
  <p:tag name="KSO_WM_NEWLAYOUT_ID" val="slide_2d80dcc34ba6bf84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5f57984f8c202d02a921a3fb72482f1b331d748"/>
  <p:tag name="KSO_WM_NEWLAYOUT_GROUP_ID" val="layout_53"/>
  <p:tag name="KSO_WM_NEWLAYOUT_ID" val="slide_1c63f389541666c8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7.56503937007886,&quot;left&quot;:415.43685039370075,&quot;top&quot;:70.80023622047244,&quot;width&quot;:452.1234645669291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1159</Words>
  <Application>Microsoft Office PowerPoint</Application>
  <PresentationFormat>宽屏</PresentationFormat>
  <Paragraphs>128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等线</vt:lpstr>
      <vt:lpstr>等线 Light</vt:lpstr>
      <vt:lpstr>微软雅黑</vt:lpstr>
      <vt:lpstr>Arial</vt:lpstr>
      <vt:lpstr>Bodoni MT</vt:lpstr>
      <vt:lpstr>Wingdings</vt:lpstr>
      <vt:lpstr>Office 主题​​</vt:lpstr>
      <vt:lpstr>1_Office 主题​​</vt:lpstr>
      <vt:lpstr>PowerPoint 演示文稿</vt:lpstr>
      <vt:lpstr>PowerPoint 演示文稿</vt:lpstr>
      <vt:lpstr>端智能体</vt:lpstr>
      <vt:lpstr>移动端智能的崛起</vt:lpstr>
      <vt:lpstr>移动端vs服务器</vt:lpstr>
      <vt:lpstr>智能体的核心：PDA 循环</vt:lpstr>
      <vt:lpstr>移动端PDA的特殊形态</vt:lpstr>
      <vt:lpstr>决策层设计路线</vt:lpstr>
      <vt:lpstr>决策层设计路线</vt:lpstr>
      <vt:lpstr>感知层设计路线</vt:lpstr>
      <vt:lpstr>感知层设计路线</vt:lpstr>
      <vt:lpstr>为什么要“大脑本地化”</vt:lpstr>
      <vt:lpstr>模型的量化压缩</vt:lpstr>
      <vt:lpstr>端侧推理引擎生态</vt:lpstr>
      <vt:lpstr>实战架构示例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移动应用软件开发</dc:title>
  <dc:creator>DELL</dc:creator>
  <cp:lastModifiedBy>哲 董</cp:lastModifiedBy>
  <cp:revision>1199</cp:revision>
  <dcterms:created xsi:type="dcterms:W3CDTF">2019-12-18T07:30:00Z</dcterms:created>
  <dcterms:modified xsi:type="dcterms:W3CDTF">2026-04-14T05:07:30Z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70EDF10BD60745B19186EAA742DDAA03_13</vt:lpwstr>
  </property>
</Properties>
</file>