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sldIdLst>
    <p:sldId id="602" r:id="rId4"/>
    <p:sldId id="880" r:id="rId6"/>
    <p:sldId id="878" r:id="rId7"/>
    <p:sldId id="877" r:id="rId8"/>
    <p:sldId id="881" r:id="rId9"/>
    <p:sldId id="882" r:id="rId10"/>
    <p:sldId id="883" r:id="rId11"/>
    <p:sldId id="884" r:id="rId12"/>
    <p:sldId id="885" r:id="rId13"/>
    <p:sldId id="886" r:id="rId14"/>
    <p:sldId id="887" r:id="rId15"/>
    <p:sldId id="889" r:id="rId16"/>
    <p:sldId id="890" r:id="rId17"/>
    <p:sldId id="891" r:id="rId18"/>
    <p:sldId id="892" r:id="rId19"/>
    <p:sldId id="893" r:id="rId20"/>
    <p:sldId id="894" r:id="rId21"/>
    <p:sldId id="895" r:id="rId22"/>
    <p:sldId id="896" r:id="rId23"/>
    <p:sldId id="897" r:id="rId24"/>
    <p:sldId id="898" r:id="rId25"/>
    <p:sldId id="899" r:id="rId26"/>
    <p:sldId id="900" r:id="rId27"/>
    <p:sldId id="901" r:id="rId28"/>
    <p:sldId id="902" r:id="rId29"/>
    <p:sldId id="904" r:id="rId30"/>
    <p:sldId id="905" r:id="rId31"/>
    <p:sldId id="906" r:id="rId32"/>
    <p:sldId id="907" r:id="rId33"/>
    <p:sldId id="908" r:id="rId34"/>
    <p:sldId id="909" r:id="rId35"/>
    <p:sldId id="910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B53164A-3317-3AB2-E0D2-DC9F6B42EB9F}" name="a liang" initials="al" userId="2be8577883df0435" providerId="Windows Live"/>
  <p188:author id="{A9D0FBD5-72AB-3270-D20E-52E20BB939AC}" name="冠宇 蔡" initials="冠宇" userId="769d9ea27425145a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745F"/>
    <a:srgbClr val="AD583B"/>
    <a:srgbClr val="F0F2F5"/>
    <a:srgbClr val="6664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24" autoAdjust="0"/>
    <p:restoredTop sz="89880" autoAdjust="0"/>
  </p:normalViewPr>
  <p:slideViewPr>
    <p:cSldViewPr snapToGrid="0">
      <p:cViewPr varScale="1">
        <p:scale>
          <a:sx n="111" d="100"/>
          <a:sy n="111" d="100"/>
        </p:scale>
        <p:origin x="136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0" Type="http://schemas.microsoft.com/office/2018/10/relationships/authors" Target="authors.xml"/><Relationship Id="rId4" Type="http://schemas.openxmlformats.org/officeDocument/2006/relationships/slide" Target="slides/slide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7D7DCA-0BBA-4971-8F51-DD4103D8B16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F16D86-183F-42D9-B926-84BB93FB326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16D86-183F-42D9-B926-84BB93FB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prstClr val="black"/>
                </a:solidFill>
              </a:rPr>
              <a:t>还没有完全针对移动应用开发的相关课程</a:t>
            </a:r>
            <a:endParaRPr lang="en-US" altLang="zh-CN" sz="11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16D86-183F-42D9-B926-84BB93FB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992A2E-35EB-401B-BDC6-99DB8D52CEE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prstClr val="black"/>
                </a:solidFill>
              </a:rPr>
              <a:t>还没有完全针对移动应用开发的相关课程</a:t>
            </a:r>
            <a:endParaRPr lang="en-US" altLang="zh-CN" sz="11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16D86-183F-42D9-B926-84BB93FB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prstClr val="black"/>
                </a:solidFill>
              </a:rPr>
              <a:t>还没有完全针对移动应用开发的相关课程</a:t>
            </a:r>
            <a:endParaRPr lang="en-US" altLang="zh-CN" sz="11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16D86-183F-42D9-B926-84BB93FB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prstClr val="black"/>
                </a:solidFill>
              </a:rPr>
              <a:t>还没有完全针对移动应用开发的相关课程</a:t>
            </a:r>
            <a:endParaRPr lang="en-US" altLang="zh-CN" sz="11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16D86-183F-42D9-B926-84BB93FB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prstClr val="black"/>
                </a:solidFill>
              </a:rPr>
              <a:t>还没有完全针对移动应用开发的相关课程</a:t>
            </a:r>
            <a:endParaRPr lang="en-US" altLang="zh-CN" sz="11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16D86-183F-42D9-B926-84BB93FB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prstClr val="black"/>
                </a:solidFill>
              </a:rPr>
              <a:t>还没有完全针对移动应用开发的相关课程</a:t>
            </a:r>
            <a:endParaRPr lang="en-US" altLang="zh-CN" sz="11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16D86-183F-42D9-B926-84BB93FB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prstClr val="black"/>
                </a:solidFill>
              </a:rPr>
              <a:t>还没有完全针对移动应用开发的相关课程</a:t>
            </a:r>
            <a:endParaRPr lang="en-US" altLang="zh-CN" sz="11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16D86-183F-42D9-B926-84BB93FB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prstClr val="black"/>
                </a:solidFill>
              </a:rPr>
              <a:t>还没有完全针对移动应用开发的相关课程</a:t>
            </a:r>
            <a:endParaRPr lang="en-US" altLang="zh-CN" sz="11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16D86-183F-42D9-B926-84BB93FB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prstClr val="black"/>
                </a:solidFill>
              </a:rPr>
              <a:t>还没有完全针对移动应用开发的相关课程</a:t>
            </a:r>
            <a:endParaRPr lang="en-US" altLang="zh-CN" sz="11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16D86-183F-42D9-B926-84BB93FB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prstClr val="black"/>
                </a:solidFill>
              </a:rPr>
              <a:t>还没有完全针对移动应用开发的相关课程</a:t>
            </a:r>
            <a:endParaRPr lang="en-US" altLang="zh-CN" sz="11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16D86-183F-42D9-B926-84BB93FB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prstClr val="black"/>
                </a:solidFill>
              </a:rPr>
              <a:t>还没有完全针对移动应用开发的相关课程</a:t>
            </a:r>
            <a:endParaRPr lang="en-US" altLang="zh-CN" sz="11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16D86-183F-42D9-B926-84BB93FB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prstClr val="black"/>
                </a:solidFill>
              </a:rPr>
              <a:t>还没有完全针对移动应用开发的相关课程</a:t>
            </a:r>
            <a:endParaRPr lang="en-US" altLang="zh-CN" sz="11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16D86-183F-42D9-B926-84BB93FB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prstClr val="black"/>
                </a:solidFill>
              </a:rPr>
              <a:t>还没有完全针对移动应用开发的相关课程</a:t>
            </a:r>
            <a:endParaRPr lang="en-US" altLang="zh-CN" sz="11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16D86-183F-42D9-B926-84BB93FB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prstClr val="black"/>
                </a:solidFill>
              </a:rPr>
              <a:t>还没有完全针对移动应用开发的相关课程</a:t>
            </a:r>
            <a:endParaRPr lang="en-US" altLang="zh-CN" sz="11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16D86-183F-42D9-B926-84BB93FB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prstClr val="black"/>
                </a:solidFill>
              </a:rPr>
              <a:t>还没有完全针对移动应用开发的相关课程</a:t>
            </a:r>
            <a:endParaRPr lang="en-US" altLang="zh-CN" sz="11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16D86-183F-42D9-B926-84BB93FB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prstClr val="black"/>
                </a:solidFill>
              </a:rPr>
              <a:t>还没有完全针对移动应用开发的相关课程</a:t>
            </a:r>
            <a:endParaRPr lang="en-US" altLang="zh-CN" sz="11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16D86-183F-42D9-B926-84BB93FB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prstClr val="black"/>
                </a:solidFill>
              </a:rPr>
              <a:t>还没有完全针对移动应用开发的相关课程</a:t>
            </a:r>
            <a:endParaRPr lang="en-US" altLang="zh-CN" sz="11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16D86-183F-42D9-B926-84BB93FB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prstClr val="black"/>
                </a:solidFill>
              </a:rPr>
              <a:t>还没有完全针对移动应用开发的相关课程</a:t>
            </a:r>
            <a:endParaRPr lang="en-US" altLang="zh-CN" sz="11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16D86-183F-42D9-B926-84BB93FB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prstClr val="black"/>
                </a:solidFill>
              </a:rPr>
              <a:t>还没有完全针对移动应用开发的相关课程</a:t>
            </a:r>
            <a:endParaRPr lang="en-US" altLang="zh-CN" sz="11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16D86-183F-42D9-B926-84BB93FB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prstClr val="black"/>
                </a:solidFill>
              </a:rPr>
              <a:t>还没有完全针对移动应用开发的相关课程</a:t>
            </a:r>
            <a:endParaRPr lang="en-US" altLang="zh-CN" sz="11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16D86-183F-42D9-B926-84BB93FB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prstClr val="black"/>
                </a:solidFill>
              </a:rPr>
              <a:t>还没有完全针对移动应用开发的相关课程</a:t>
            </a:r>
            <a:endParaRPr lang="en-US" altLang="zh-CN" sz="11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16D86-183F-42D9-B926-84BB93FB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prstClr val="black"/>
                </a:solidFill>
              </a:rPr>
              <a:t>还没有完全针对移动应用开发的相关课程</a:t>
            </a:r>
            <a:endParaRPr lang="en-US" altLang="zh-CN" sz="11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16D86-183F-42D9-B926-84BB93FB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prstClr val="black"/>
                </a:solidFill>
              </a:rPr>
              <a:t>还没有完全针对移动应用开发的相关课程</a:t>
            </a:r>
            <a:endParaRPr lang="en-US" altLang="zh-CN" sz="11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16D86-183F-42D9-B926-84BB93FB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prstClr val="black"/>
                </a:solidFill>
              </a:rPr>
              <a:t>还没有完全针对移动应用开发的相关课程</a:t>
            </a:r>
            <a:endParaRPr lang="en-US" altLang="zh-CN" sz="11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16D86-183F-42D9-B926-84BB93FB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prstClr val="black"/>
                </a:solidFill>
              </a:rPr>
              <a:t>还没有完全针对移动应用开发的相关课程</a:t>
            </a:r>
            <a:endParaRPr lang="en-US" altLang="zh-CN" sz="11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16D86-183F-42D9-B926-84BB93FB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prstClr val="black"/>
                </a:solidFill>
              </a:rPr>
              <a:t>还没有完全针对移动应用开发的相关课程</a:t>
            </a:r>
            <a:endParaRPr lang="en-US" altLang="zh-CN" sz="11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16D86-183F-42D9-B926-84BB93FB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8" Type="http://schemas.openxmlformats.org/officeDocument/2006/relationships/tags" Target="../tags/tag21.xml"/><Relationship Id="rId17" Type="http://schemas.openxmlformats.org/officeDocument/2006/relationships/tags" Target="../tags/tag20.xml"/><Relationship Id="rId16" Type="http://schemas.openxmlformats.org/officeDocument/2006/relationships/tags" Target="../tags/tag19.xml"/><Relationship Id="rId15" Type="http://schemas.openxmlformats.org/officeDocument/2006/relationships/tags" Target="../tags/tag18.xml"/><Relationship Id="rId14" Type="http://schemas.openxmlformats.org/officeDocument/2006/relationships/tags" Target="../tags/tag17.xml"/><Relationship Id="rId13" Type="http://schemas.openxmlformats.org/officeDocument/2006/relationships/tags" Target="../tags/tag16.xml"/><Relationship Id="rId12" Type="http://schemas.openxmlformats.org/officeDocument/2006/relationships/tags" Target="../tags/tag15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2" Type="http://schemas.openxmlformats.org/officeDocument/2006/relationships/tags" Target="../tags/tag42.xml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1" Type="http://schemas.openxmlformats.org/officeDocument/2006/relationships/tags" Target="../tags/tag52.xml"/><Relationship Id="rId10" Type="http://schemas.openxmlformats.org/officeDocument/2006/relationships/tags" Target="../tags/tag51.xm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5" Type="http://schemas.openxmlformats.org/officeDocument/2006/relationships/tags" Target="../tags/tag74.xml"/><Relationship Id="rId14" Type="http://schemas.openxmlformats.org/officeDocument/2006/relationships/tags" Target="../tags/tag73.xml"/><Relationship Id="rId13" Type="http://schemas.openxmlformats.org/officeDocument/2006/relationships/tags" Target="../tags/tag72.xml"/><Relationship Id="rId12" Type="http://schemas.openxmlformats.org/officeDocument/2006/relationships/tags" Target="../tags/tag71.xml"/><Relationship Id="rId11" Type="http://schemas.openxmlformats.org/officeDocument/2006/relationships/tags" Target="../tags/tag70.xml"/><Relationship Id="rId10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82.xml"/><Relationship Id="rId8" Type="http://schemas.openxmlformats.org/officeDocument/2006/relationships/tags" Target="../tags/tag81.xml"/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1" Type="http://schemas.openxmlformats.org/officeDocument/2006/relationships/tags" Target="../tags/tag84.xml"/><Relationship Id="rId10" Type="http://schemas.openxmlformats.org/officeDocument/2006/relationships/tags" Target="../tags/tag83.xml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92.xml"/><Relationship Id="rId8" Type="http://schemas.openxmlformats.org/officeDocument/2006/relationships/tags" Target="../tags/tag91.xml"/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8" Type="http://schemas.openxmlformats.org/officeDocument/2006/relationships/tags" Target="../tags/tag101.xml"/><Relationship Id="rId17" Type="http://schemas.openxmlformats.org/officeDocument/2006/relationships/tags" Target="../tags/tag100.xml"/><Relationship Id="rId16" Type="http://schemas.openxmlformats.org/officeDocument/2006/relationships/tags" Target="../tags/tag99.xml"/><Relationship Id="rId15" Type="http://schemas.openxmlformats.org/officeDocument/2006/relationships/tags" Target="../tags/tag98.xml"/><Relationship Id="rId14" Type="http://schemas.openxmlformats.org/officeDocument/2006/relationships/tags" Target="../tags/tag97.xml"/><Relationship Id="rId13" Type="http://schemas.openxmlformats.org/officeDocument/2006/relationships/tags" Target="../tags/tag96.xml"/><Relationship Id="rId12" Type="http://schemas.openxmlformats.org/officeDocument/2006/relationships/tags" Target="../tags/tag95.xml"/><Relationship Id="rId11" Type="http://schemas.openxmlformats.org/officeDocument/2006/relationships/tags" Target="../tags/tag94.xml"/><Relationship Id="rId10" Type="http://schemas.openxmlformats.org/officeDocument/2006/relationships/tags" Target="../tags/tag93.xml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9" Type="http://schemas.openxmlformats.org/officeDocument/2006/relationships/tags" Target="../tags/tag109.xml"/><Relationship Id="rId8" Type="http://schemas.openxmlformats.org/officeDocument/2006/relationships/tags" Target="../tags/tag108.xml"/><Relationship Id="rId7" Type="http://schemas.openxmlformats.org/officeDocument/2006/relationships/tags" Target="../tags/tag107.xml"/><Relationship Id="rId6" Type="http://schemas.openxmlformats.org/officeDocument/2006/relationships/tags" Target="../tags/tag106.xml"/><Relationship Id="rId5" Type="http://schemas.openxmlformats.org/officeDocument/2006/relationships/tags" Target="../tags/tag105.xml"/><Relationship Id="rId4" Type="http://schemas.openxmlformats.org/officeDocument/2006/relationships/tags" Target="../tags/tag104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8" Type="http://schemas.openxmlformats.org/officeDocument/2006/relationships/tags" Target="../tags/tag118.xml"/><Relationship Id="rId17" Type="http://schemas.openxmlformats.org/officeDocument/2006/relationships/tags" Target="../tags/tag117.xml"/><Relationship Id="rId16" Type="http://schemas.openxmlformats.org/officeDocument/2006/relationships/tags" Target="../tags/tag116.xml"/><Relationship Id="rId15" Type="http://schemas.openxmlformats.org/officeDocument/2006/relationships/tags" Target="../tags/tag115.xml"/><Relationship Id="rId14" Type="http://schemas.openxmlformats.org/officeDocument/2006/relationships/tags" Target="../tags/tag114.xml"/><Relationship Id="rId13" Type="http://schemas.openxmlformats.org/officeDocument/2006/relationships/tags" Target="../tags/tag113.xml"/><Relationship Id="rId12" Type="http://schemas.openxmlformats.org/officeDocument/2006/relationships/tags" Target="../tags/tag112.xml"/><Relationship Id="rId11" Type="http://schemas.openxmlformats.org/officeDocument/2006/relationships/tags" Target="../tags/tag111.xml"/><Relationship Id="rId10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9" Type="http://schemas.openxmlformats.org/officeDocument/2006/relationships/tags" Target="../tags/tag126.xml"/><Relationship Id="rId8" Type="http://schemas.openxmlformats.org/officeDocument/2006/relationships/tags" Target="../tags/tag125.xml"/><Relationship Id="rId7" Type="http://schemas.openxmlformats.org/officeDocument/2006/relationships/tags" Target="../tags/tag124.xml"/><Relationship Id="rId6" Type="http://schemas.openxmlformats.org/officeDocument/2006/relationships/tags" Target="../tags/tag123.xml"/><Relationship Id="rId5" Type="http://schemas.openxmlformats.org/officeDocument/2006/relationships/tags" Target="../tags/tag122.xml"/><Relationship Id="rId4" Type="http://schemas.openxmlformats.org/officeDocument/2006/relationships/tags" Target="../tags/tag121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4" Type="http://schemas.openxmlformats.org/officeDocument/2006/relationships/tags" Target="../tags/tag131.xml"/><Relationship Id="rId13" Type="http://schemas.openxmlformats.org/officeDocument/2006/relationships/tags" Target="../tags/tag130.xml"/><Relationship Id="rId12" Type="http://schemas.openxmlformats.org/officeDocument/2006/relationships/tags" Target="../tags/tag129.xml"/><Relationship Id="rId11" Type="http://schemas.openxmlformats.org/officeDocument/2006/relationships/tags" Target="../tags/tag128.xml"/><Relationship Id="rId10" Type="http://schemas.openxmlformats.org/officeDocument/2006/relationships/tags" Target="../tags/tag127.xml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9" Type="http://schemas.openxmlformats.org/officeDocument/2006/relationships/tags" Target="../tags/tag139.xml"/><Relationship Id="rId8" Type="http://schemas.openxmlformats.org/officeDocument/2006/relationships/tags" Target="../tags/tag138.xml"/><Relationship Id="rId7" Type="http://schemas.openxmlformats.org/officeDocument/2006/relationships/tags" Target="../tags/tag137.xml"/><Relationship Id="rId6" Type="http://schemas.openxmlformats.org/officeDocument/2006/relationships/tags" Target="../tags/tag136.xml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8" Type="http://schemas.openxmlformats.org/officeDocument/2006/relationships/tags" Target="../tags/tag148.xml"/><Relationship Id="rId17" Type="http://schemas.openxmlformats.org/officeDocument/2006/relationships/tags" Target="../tags/tag147.xml"/><Relationship Id="rId16" Type="http://schemas.openxmlformats.org/officeDocument/2006/relationships/tags" Target="../tags/tag146.xml"/><Relationship Id="rId15" Type="http://schemas.openxmlformats.org/officeDocument/2006/relationships/tags" Target="../tags/tag145.xml"/><Relationship Id="rId14" Type="http://schemas.openxmlformats.org/officeDocument/2006/relationships/tags" Target="../tags/tag144.xml"/><Relationship Id="rId13" Type="http://schemas.openxmlformats.org/officeDocument/2006/relationships/tags" Target="../tags/tag143.xml"/><Relationship Id="rId12" Type="http://schemas.openxmlformats.org/officeDocument/2006/relationships/tags" Target="../tags/tag142.xml"/><Relationship Id="rId11" Type="http://schemas.openxmlformats.org/officeDocument/2006/relationships/tags" Target="../tags/tag141.xml"/><Relationship Id="rId10" Type="http://schemas.openxmlformats.org/officeDocument/2006/relationships/tags" Target="../tags/tag140.xml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9" Type="http://schemas.openxmlformats.org/officeDocument/2006/relationships/tags" Target="../tags/tag156.xml"/><Relationship Id="rId8" Type="http://schemas.openxmlformats.org/officeDocument/2006/relationships/tags" Target="../tags/tag155.xml"/><Relationship Id="rId7" Type="http://schemas.openxmlformats.org/officeDocument/2006/relationships/tags" Target="../tags/tag154.xml"/><Relationship Id="rId6" Type="http://schemas.openxmlformats.org/officeDocument/2006/relationships/tags" Target="../tags/tag153.xml"/><Relationship Id="rId5" Type="http://schemas.openxmlformats.org/officeDocument/2006/relationships/tags" Target="../tags/tag152.xml"/><Relationship Id="rId4" Type="http://schemas.openxmlformats.org/officeDocument/2006/relationships/tags" Target="../tags/tag151.xml"/><Relationship Id="rId3" Type="http://schemas.openxmlformats.org/officeDocument/2006/relationships/tags" Target="../tags/tag150.xml"/><Relationship Id="rId2" Type="http://schemas.openxmlformats.org/officeDocument/2006/relationships/tags" Target="../tags/tag149.xml"/><Relationship Id="rId15" Type="http://schemas.openxmlformats.org/officeDocument/2006/relationships/tags" Target="../tags/tag162.xml"/><Relationship Id="rId14" Type="http://schemas.openxmlformats.org/officeDocument/2006/relationships/tags" Target="../tags/tag161.xml"/><Relationship Id="rId13" Type="http://schemas.openxmlformats.org/officeDocument/2006/relationships/tags" Target="../tags/tag160.xml"/><Relationship Id="rId12" Type="http://schemas.openxmlformats.org/officeDocument/2006/relationships/tags" Target="../tags/tag159.xml"/><Relationship Id="rId11" Type="http://schemas.openxmlformats.org/officeDocument/2006/relationships/tags" Target="../tags/tag158.xml"/><Relationship Id="rId10" Type="http://schemas.openxmlformats.org/officeDocument/2006/relationships/tags" Target="../tags/tag157.xml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9" Type="http://schemas.openxmlformats.org/officeDocument/2006/relationships/tags" Target="../tags/tag170.xml"/><Relationship Id="rId8" Type="http://schemas.openxmlformats.org/officeDocument/2006/relationships/tags" Target="../tags/tag169.xml"/><Relationship Id="rId7" Type="http://schemas.openxmlformats.org/officeDocument/2006/relationships/tags" Target="../tags/tag168.xml"/><Relationship Id="rId6" Type="http://schemas.openxmlformats.org/officeDocument/2006/relationships/tags" Target="../tags/tag167.xml"/><Relationship Id="rId5" Type="http://schemas.openxmlformats.org/officeDocument/2006/relationships/tags" Target="../tags/tag166.xml"/><Relationship Id="rId4" Type="http://schemas.openxmlformats.org/officeDocument/2006/relationships/tags" Target="../tags/tag165.xml"/><Relationship Id="rId3" Type="http://schemas.openxmlformats.org/officeDocument/2006/relationships/tags" Target="../tags/tag164.xml"/><Relationship Id="rId2" Type="http://schemas.openxmlformats.org/officeDocument/2006/relationships/tags" Target="../tags/tag163.xml"/><Relationship Id="rId11" Type="http://schemas.openxmlformats.org/officeDocument/2006/relationships/tags" Target="../tags/tag172.xml"/><Relationship Id="rId10" Type="http://schemas.openxmlformats.org/officeDocument/2006/relationships/tags" Target="../tags/tag171.xml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9" Type="http://schemas.openxmlformats.org/officeDocument/2006/relationships/tags" Target="../tags/tag180.xml"/><Relationship Id="rId8" Type="http://schemas.openxmlformats.org/officeDocument/2006/relationships/tags" Target="../tags/tag179.xml"/><Relationship Id="rId7" Type="http://schemas.openxmlformats.org/officeDocument/2006/relationships/tags" Target="../tags/tag178.xml"/><Relationship Id="rId6" Type="http://schemas.openxmlformats.org/officeDocument/2006/relationships/tags" Target="../tags/tag177.xml"/><Relationship Id="rId5" Type="http://schemas.openxmlformats.org/officeDocument/2006/relationships/tags" Target="../tags/tag176.xml"/><Relationship Id="rId4" Type="http://schemas.openxmlformats.org/officeDocument/2006/relationships/tags" Target="../tags/tag175.xml"/><Relationship Id="rId3" Type="http://schemas.openxmlformats.org/officeDocument/2006/relationships/tags" Target="../tags/tag174.xml"/><Relationship Id="rId2" Type="http://schemas.openxmlformats.org/officeDocument/2006/relationships/tags" Target="../tags/tag173.xml"/><Relationship Id="rId14" Type="http://schemas.openxmlformats.org/officeDocument/2006/relationships/tags" Target="../tags/tag185.xml"/><Relationship Id="rId13" Type="http://schemas.openxmlformats.org/officeDocument/2006/relationships/tags" Target="../tags/tag184.xml"/><Relationship Id="rId12" Type="http://schemas.openxmlformats.org/officeDocument/2006/relationships/tags" Target="../tags/tag183.xml"/><Relationship Id="rId11" Type="http://schemas.openxmlformats.org/officeDocument/2006/relationships/tags" Target="../tags/tag182.xml"/><Relationship Id="rId10" Type="http://schemas.openxmlformats.org/officeDocument/2006/relationships/tags" Target="../tags/tag181.xml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9" Type="http://schemas.openxmlformats.org/officeDocument/2006/relationships/tags" Target="../tags/tag193.xml"/><Relationship Id="rId8" Type="http://schemas.openxmlformats.org/officeDocument/2006/relationships/tags" Target="../tags/tag192.xml"/><Relationship Id="rId7" Type="http://schemas.openxmlformats.org/officeDocument/2006/relationships/tags" Target="../tags/tag191.xml"/><Relationship Id="rId6" Type="http://schemas.openxmlformats.org/officeDocument/2006/relationships/tags" Target="../tags/tag190.xml"/><Relationship Id="rId5" Type="http://schemas.openxmlformats.org/officeDocument/2006/relationships/tags" Target="../tags/tag189.xml"/><Relationship Id="rId4" Type="http://schemas.openxmlformats.org/officeDocument/2006/relationships/tags" Target="../tags/tag188.xml"/><Relationship Id="rId3" Type="http://schemas.openxmlformats.org/officeDocument/2006/relationships/tags" Target="../tags/tag187.xml"/><Relationship Id="rId2" Type="http://schemas.openxmlformats.org/officeDocument/2006/relationships/tags" Target="../tags/tag186.xml"/><Relationship Id="rId11" Type="http://schemas.openxmlformats.org/officeDocument/2006/relationships/tags" Target="../tags/tag195.xml"/><Relationship Id="rId10" Type="http://schemas.openxmlformats.org/officeDocument/2006/relationships/tags" Target="../tags/tag194.xml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9" Type="http://schemas.openxmlformats.org/officeDocument/2006/relationships/tags" Target="../tags/tag203.xml"/><Relationship Id="rId8" Type="http://schemas.openxmlformats.org/officeDocument/2006/relationships/tags" Target="../tags/tag202.xml"/><Relationship Id="rId7" Type="http://schemas.openxmlformats.org/officeDocument/2006/relationships/tags" Target="../tags/tag201.xml"/><Relationship Id="rId6" Type="http://schemas.openxmlformats.org/officeDocument/2006/relationships/tags" Target="../tags/tag200.xml"/><Relationship Id="rId5" Type="http://schemas.openxmlformats.org/officeDocument/2006/relationships/tags" Target="../tags/tag199.xml"/><Relationship Id="rId4" Type="http://schemas.openxmlformats.org/officeDocument/2006/relationships/tags" Target="../tags/tag198.xml"/><Relationship Id="rId3" Type="http://schemas.openxmlformats.org/officeDocument/2006/relationships/tags" Target="../tags/tag197.xml"/><Relationship Id="rId2" Type="http://schemas.openxmlformats.org/officeDocument/2006/relationships/tags" Target="../tags/tag196.xml"/><Relationship Id="rId18" Type="http://schemas.openxmlformats.org/officeDocument/2006/relationships/tags" Target="../tags/tag212.xml"/><Relationship Id="rId17" Type="http://schemas.openxmlformats.org/officeDocument/2006/relationships/tags" Target="../tags/tag211.xml"/><Relationship Id="rId16" Type="http://schemas.openxmlformats.org/officeDocument/2006/relationships/tags" Target="../tags/tag210.xml"/><Relationship Id="rId15" Type="http://schemas.openxmlformats.org/officeDocument/2006/relationships/tags" Target="../tags/tag209.xml"/><Relationship Id="rId14" Type="http://schemas.openxmlformats.org/officeDocument/2006/relationships/tags" Target="../tags/tag208.xml"/><Relationship Id="rId13" Type="http://schemas.openxmlformats.org/officeDocument/2006/relationships/tags" Target="../tags/tag207.xml"/><Relationship Id="rId12" Type="http://schemas.openxmlformats.org/officeDocument/2006/relationships/tags" Target="../tags/tag206.xml"/><Relationship Id="rId11" Type="http://schemas.openxmlformats.org/officeDocument/2006/relationships/tags" Target="../tags/tag205.xml"/><Relationship Id="rId10" Type="http://schemas.openxmlformats.org/officeDocument/2006/relationships/tags" Target="../tags/tag204.xml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9" Type="http://schemas.openxmlformats.org/officeDocument/2006/relationships/tags" Target="../tags/tag220.xml"/><Relationship Id="rId8" Type="http://schemas.openxmlformats.org/officeDocument/2006/relationships/tags" Target="../tags/tag219.xml"/><Relationship Id="rId7" Type="http://schemas.openxmlformats.org/officeDocument/2006/relationships/tags" Target="../tags/tag218.xml"/><Relationship Id="rId6" Type="http://schemas.openxmlformats.org/officeDocument/2006/relationships/tags" Target="../tags/tag217.xml"/><Relationship Id="rId5" Type="http://schemas.openxmlformats.org/officeDocument/2006/relationships/tags" Target="../tags/tag216.xml"/><Relationship Id="rId4" Type="http://schemas.openxmlformats.org/officeDocument/2006/relationships/tags" Target="../tags/tag215.xml"/><Relationship Id="rId3" Type="http://schemas.openxmlformats.org/officeDocument/2006/relationships/tags" Target="../tags/tag214.xml"/><Relationship Id="rId2" Type="http://schemas.openxmlformats.org/officeDocument/2006/relationships/tags" Target="../tags/tag213.xml"/><Relationship Id="rId14" Type="http://schemas.openxmlformats.org/officeDocument/2006/relationships/tags" Target="../tags/tag225.xml"/><Relationship Id="rId13" Type="http://schemas.openxmlformats.org/officeDocument/2006/relationships/tags" Target="../tags/tag224.xml"/><Relationship Id="rId12" Type="http://schemas.openxmlformats.org/officeDocument/2006/relationships/tags" Target="../tags/tag223.xml"/><Relationship Id="rId11" Type="http://schemas.openxmlformats.org/officeDocument/2006/relationships/tags" Target="../tags/tag222.xml"/><Relationship Id="rId10" Type="http://schemas.openxmlformats.org/officeDocument/2006/relationships/tags" Target="../tags/tag221.xml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9" Type="http://schemas.openxmlformats.org/officeDocument/2006/relationships/tags" Target="../tags/tag233.xml"/><Relationship Id="rId8" Type="http://schemas.openxmlformats.org/officeDocument/2006/relationships/tags" Target="../tags/tag232.xml"/><Relationship Id="rId7" Type="http://schemas.openxmlformats.org/officeDocument/2006/relationships/tags" Target="../tags/tag231.xml"/><Relationship Id="rId6" Type="http://schemas.openxmlformats.org/officeDocument/2006/relationships/tags" Target="../tags/tag230.xml"/><Relationship Id="rId5" Type="http://schemas.openxmlformats.org/officeDocument/2006/relationships/tags" Target="../tags/tag229.xml"/><Relationship Id="rId4" Type="http://schemas.openxmlformats.org/officeDocument/2006/relationships/tags" Target="../tags/tag228.xml"/><Relationship Id="rId3" Type="http://schemas.openxmlformats.org/officeDocument/2006/relationships/tags" Target="../tags/tag227.xml"/><Relationship Id="rId2" Type="http://schemas.openxmlformats.org/officeDocument/2006/relationships/tags" Target="../tags/tag226.xml"/><Relationship Id="rId14" Type="http://schemas.openxmlformats.org/officeDocument/2006/relationships/tags" Target="../tags/tag238.xml"/><Relationship Id="rId13" Type="http://schemas.openxmlformats.org/officeDocument/2006/relationships/tags" Target="../tags/tag237.xml"/><Relationship Id="rId12" Type="http://schemas.openxmlformats.org/officeDocument/2006/relationships/tags" Target="../tags/tag236.xml"/><Relationship Id="rId11" Type="http://schemas.openxmlformats.org/officeDocument/2006/relationships/tags" Target="../tags/tag235.xml"/><Relationship Id="rId10" Type="http://schemas.openxmlformats.org/officeDocument/2006/relationships/tags" Target="../tags/tag234.xml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9" Type="http://schemas.openxmlformats.org/officeDocument/2006/relationships/tags" Target="../tags/tag246.xml"/><Relationship Id="rId8" Type="http://schemas.openxmlformats.org/officeDocument/2006/relationships/tags" Target="../tags/tag245.xml"/><Relationship Id="rId7" Type="http://schemas.openxmlformats.org/officeDocument/2006/relationships/tags" Target="../tags/tag244.xml"/><Relationship Id="rId6" Type="http://schemas.openxmlformats.org/officeDocument/2006/relationships/tags" Target="../tags/tag243.xml"/><Relationship Id="rId5" Type="http://schemas.openxmlformats.org/officeDocument/2006/relationships/tags" Target="../tags/tag242.xml"/><Relationship Id="rId4" Type="http://schemas.openxmlformats.org/officeDocument/2006/relationships/tags" Target="../tags/tag241.xml"/><Relationship Id="rId3" Type="http://schemas.openxmlformats.org/officeDocument/2006/relationships/tags" Target="../tags/tag240.xml"/><Relationship Id="rId2" Type="http://schemas.openxmlformats.org/officeDocument/2006/relationships/tags" Target="../tags/tag239.xml"/><Relationship Id="rId15" Type="http://schemas.openxmlformats.org/officeDocument/2006/relationships/tags" Target="../tags/tag252.xml"/><Relationship Id="rId14" Type="http://schemas.openxmlformats.org/officeDocument/2006/relationships/tags" Target="../tags/tag251.xml"/><Relationship Id="rId13" Type="http://schemas.openxmlformats.org/officeDocument/2006/relationships/tags" Target="../tags/tag250.xml"/><Relationship Id="rId12" Type="http://schemas.openxmlformats.org/officeDocument/2006/relationships/tags" Target="../tags/tag249.xml"/><Relationship Id="rId11" Type="http://schemas.openxmlformats.org/officeDocument/2006/relationships/tags" Target="../tags/tag248.xml"/><Relationship Id="rId10" Type="http://schemas.openxmlformats.org/officeDocument/2006/relationships/tags" Target="../tags/tag247.xml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9" Type="http://schemas.openxmlformats.org/officeDocument/2006/relationships/tags" Target="../tags/tag260.xml"/><Relationship Id="rId8" Type="http://schemas.openxmlformats.org/officeDocument/2006/relationships/tags" Target="../tags/tag259.xml"/><Relationship Id="rId7" Type="http://schemas.openxmlformats.org/officeDocument/2006/relationships/tags" Target="../tags/tag258.xml"/><Relationship Id="rId6" Type="http://schemas.openxmlformats.org/officeDocument/2006/relationships/tags" Target="../tags/tag257.xml"/><Relationship Id="rId5" Type="http://schemas.openxmlformats.org/officeDocument/2006/relationships/tags" Target="../tags/tag256.xml"/><Relationship Id="rId4" Type="http://schemas.openxmlformats.org/officeDocument/2006/relationships/tags" Target="../tags/tag255.xml"/><Relationship Id="rId3" Type="http://schemas.openxmlformats.org/officeDocument/2006/relationships/tags" Target="../tags/tag254.xml"/><Relationship Id="rId2" Type="http://schemas.openxmlformats.org/officeDocument/2006/relationships/tags" Target="../tags/tag253.xml"/><Relationship Id="rId14" Type="http://schemas.openxmlformats.org/officeDocument/2006/relationships/tags" Target="../tags/tag265.xml"/><Relationship Id="rId13" Type="http://schemas.openxmlformats.org/officeDocument/2006/relationships/tags" Target="../tags/tag264.xml"/><Relationship Id="rId12" Type="http://schemas.openxmlformats.org/officeDocument/2006/relationships/tags" Target="../tags/tag263.xml"/><Relationship Id="rId11" Type="http://schemas.openxmlformats.org/officeDocument/2006/relationships/tags" Target="../tags/tag262.xml"/><Relationship Id="rId10" Type="http://schemas.openxmlformats.org/officeDocument/2006/relationships/tags" Target="../tags/tag261.xml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9" Type="http://schemas.openxmlformats.org/officeDocument/2006/relationships/tags" Target="../tags/tag273.xml"/><Relationship Id="rId8" Type="http://schemas.openxmlformats.org/officeDocument/2006/relationships/tags" Target="../tags/tag272.xml"/><Relationship Id="rId7" Type="http://schemas.openxmlformats.org/officeDocument/2006/relationships/tags" Target="../tags/tag271.xml"/><Relationship Id="rId6" Type="http://schemas.openxmlformats.org/officeDocument/2006/relationships/tags" Target="../tags/tag270.xml"/><Relationship Id="rId5" Type="http://schemas.openxmlformats.org/officeDocument/2006/relationships/tags" Target="../tags/tag269.xml"/><Relationship Id="rId4" Type="http://schemas.openxmlformats.org/officeDocument/2006/relationships/tags" Target="../tags/tag268.xml"/><Relationship Id="rId3" Type="http://schemas.openxmlformats.org/officeDocument/2006/relationships/tags" Target="../tags/tag267.xml"/><Relationship Id="rId2" Type="http://schemas.openxmlformats.org/officeDocument/2006/relationships/tags" Target="../tags/tag266.xml"/><Relationship Id="rId12" Type="http://schemas.openxmlformats.org/officeDocument/2006/relationships/tags" Target="../tags/tag276.xml"/><Relationship Id="rId11" Type="http://schemas.openxmlformats.org/officeDocument/2006/relationships/tags" Target="../tags/tag275.xml"/><Relationship Id="rId10" Type="http://schemas.openxmlformats.org/officeDocument/2006/relationships/tags" Target="../tags/tag274.xml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9" Type="http://schemas.openxmlformats.org/officeDocument/2006/relationships/tags" Target="../tags/tag284.xml"/><Relationship Id="rId8" Type="http://schemas.openxmlformats.org/officeDocument/2006/relationships/tags" Target="../tags/tag283.xml"/><Relationship Id="rId7" Type="http://schemas.openxmlformats.org/officeDocument/2006/relationships/tags" Target="../tags/tag282.xml"/><Relationship Id="rId6" Type="http://schemas.openxmlformats.org/officeDocument/2006/relationships/tags" Target="../tags/tag281.xml"/><Relationship Id="rId5" Type="http://schemas.openxmlformats.org/officeDocument/2006/relationships/tags" Target="../tags/tag280.xml"/><Relationship Id="rId4" Type="http://schemas.openxmlformats.org/officeDocument/2006/relationships/tags" Target="../tags/tag279.xml"/><Relationship Id="rId3" Type="http://schemas.openxmlformats.org/officeDocument/2006/relationships/tags" Target="../tags/tag278.xml"/><Relationship Id="rId2" Type="http://schemas.openxmlformats.org/officeDocument/2006/relationships/tags" Target="../tags/tag277.xml"/><Relationship Id="rId18" Type="http://schemas.openxmlformats.org/officeDocument/2006/relationships/tags" Target="../tags/tag293.xml"/><Relationship Id="rId17" Type="http://schemas.openxmlformats.org/officeDocument/2006/relationships/tags" Target="../tags/tag292.xml"/><Relationship Id="rId16" Type="http://schemas.openxmlformats.org/officeDocument/2006/relationships/tags" Target="../tags/tag291.xml"/><Relationship Id="rId15" Type="http://schemas.openxmlformats.org/officeDocument/2006/relationships/tags" Target="../tags/tag290.xml"/><Relationship Id="rId14" Type="http://schemas.openxmlformats.org/officeDocument/2006/relationships/tags" Target="../tags/tag289.xml"/><Relationship Id="rId13" Type="http://schemas.openxmlformats.org/officeDocument/2006/relationships/tags" Target="../tags/tag288.xml"/><Relationship Id="rId12" Type="http://schemas.openxmlformats.org/officeDocument/2006/relationships/tags" Target="../tags/tag287.xml"/><Relationship Id="rId11" Type="http://schemas.openxmlformats.org/officeDocument/2006/relationships/tags" Target="../tags/tag286.xml"/><Relationship Id="rId10" Type="http://schemas.openxmlformats.org/officeDocument/2006/relationships/tags" Target="../tags/tag285.xml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9" Type="http://schemas.openxmlformats.org/officeDocument/2006/relationships/tags" Target="../tags/tag301.xml"/><Relationship Id="rId8" Type="http://schemas.openxmlformats.org/officeDocument/2006/relationships/tags" Target="../tags/tag300.xml"/><Relationship Id="rId7" Type="http://schemas.openxmlformats.org/officeDocument/2006/relationships/tags" Target="../tags/tag299.xml"/><Relationship Id="rId6" Type="http://schemas.openxmlformats.org/officeDocument/2006/relationships/tags" Target="../tags/tag298.xml"/><Relationship Id="rId5" Type="http://schemas.openxmlformats.org/officeDocument/2006/relationships/tags" Target="../tags/tag297.xml"/><Relationship Id="rId4" Type="http://schemas.openxmlformats.org/officeDocument/2006/relationships/tags" Target="../tags/tag296.xml"/><Relationship Id="rId3" Type="http://schemas.openxmlformats.org/officeDocument/2006/relationships/tags" Target="../tags/tag295.xml"/><Relationship Id="rId2" Type="http://schemas.openxmlformats.org/officeDocument/2006/relationships/tags" Target="../tags/tag294.xml"/><Relationship Id="rId14" Type="http://schemas.openxmlformats.org/officeDocument/2006/relationships/tags" Target="../tags/tag306.xml"/><Relationship Id="rId13" Type="http://schemas.openxmlformats.org/officeDocument/2006/relationships/tags" Target="../tags/tag305.xml"/><Relationship Id="rId12" Type="http://schemas.openxmlformats.org/officeDocument/2006/relationships/tags" Target="../tags/tag304.xml"/><Relationship Id="rId11" Type="http://schemas.openxmlformats.org/officeDocument/2006/relationships/tags" Target="../tags/tag303.xml"/><Relationship Id="rId10" Type="http://schemas.openxmlformats.org/officeDocument/2006/relationships/tags" Target="../tags/tag302.xml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tags" Target="../tags/tag313.xml"/><Relationship Id="rId7" Type="http://schemas.openxmlformats.org/officeDocument/2006/relationships/tags" Target="../tags/tag312.xml"/><Relationship Id="rId6" Type="http://schemas.openxmlformats.org/officeDocument/2006/relationships/tags" Target="../tags/tag311.xml"/><Relationship Id="rId5" Type="http://schemas.openxmlformats.org/officeDocument/2006/relationships/tags" Target="../tags/tag310.xml"/><Relationship Id="rId4" Type="http://schemas.openxmlformats.org/officeDocument/2006/relationships/tags" Target="../tags/tag309.xml"/><Relationship Id="rId3" Type="http://schemas.openxmlformats.org/officeDocument/2006/relationships/tags" Target="../tags/tag308.xml"/><Relationship Id="rId2" Type="http://schemas.openxmlformats.org/officeDocument/2006/relationships/tags" Target="../tags/tag307.xml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9" Type="http://schemas.openxmlformats.org/officeDocument/2006/relationships/tags" Target="../tags/tag321.xml"/><Relationship Id="rId8" Type="http://schemas.openxmlformats.org/officeDocument/2006/relationships/tags" Target="../tags/tag320.xml"/><Relationship Id="rId7" Type="http://schemas.openxmlformats.org/officeDocument/2006/relationships/tags" Target="../tags/tag319.xml"/><Relationship Id="rId6" Type="http://schemas.openxmlformats.org/officeDocument/2006/relationships/tags" Target="../tags/tag318.xml"/><Relationship Id="rId5" Type="http://schemas.openxmlformats.org/officeDocument/2006/relationships/tags" Target="../tags/tag317.xml"/><Relationship Id="rId4" Type="http://schemas.openxmlformats.org/officeDocument/2006/relationships/tags" Target="../tags/tag316.xml"/><Relationship Id="rId3" Type="http://schemas.openxmlformats.org/officeDocument/2006/relationships/tags" Target="../tags/tag315.xml"/><Relationship Id="rId2" Type="http://schemas.openxmlformats.org/officeDocument/2006/relationships/tags" Target="../tags/tag314.xml"/><Relationship Id="rId11" Type="http://schemas.openxmlformats.org/officeDocument/2006/relationships/tags" Target="../tags/tag323.xml"/><Relationship Id="rId10" Type="http://schemas.openxmlformats.org/officeDocument/2006/relationships/tags" Target="../tags/tag322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FBE5-C34F-4CE2-9D13-B3F6D77F8B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126A-A70D-4C97-8D48-0F10C2EC76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FBE5-C34F-4CE2-9D13-B3F6D77F8B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126A-A70D-4C97-8D48-0F10C2EC76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FBE5-C34F-4CE2-9D13-B3F6D77F8B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126A-A70D-4C97-8D48-0F10C2EC76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FBE5-C34F-4CE2-9D13-B3F6D77F8B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126A-A70D-4C97-8D48-0F10C2EC76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FBE5-C34F-4CE2-9D13-B3F6D77F8B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126A-A70D-4C97-8D48-0F10C2EC76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FBE5-C34F-4CE2-9D13-B3F6D77F8B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126A-A70D-4C97-8D48-0F10C2EC76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FBE5-C34F-4CE2-9D13-B3F6D77F8B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126A-A70D-4C97-8D48-0F10C2EC76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FBE5-C34F-4CE2-9D13-B3F6D77F8B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126A-A70D-4C97-8D48-0F10C2EC76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FBE5-C34F-4CE2-9D13-B3F6D77F8B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126A-A70D-4C97-8D48-0F10C2EC76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FBE5-C34F-4CE2-9D13-B3F6D77F8B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126A-A70D-4C97-8D48-0F10C2EC76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FBE5-C34F-4CE2-9D13-B3F6D77F8B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126A-A70D-4C97-8D48-0F10C2EC76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图片 7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09113" y="0"/>
            <a:ext cx="12300319" cy="6858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309" y="6354879"/>
            <a:ext cx="2743557" cy="365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1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3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7438143-A4ED-4F8A-8C09-009E9A44FD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26" y="6354879"/>
            <a:ext cx="4115336" cy="365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1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3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1721" y="6354879"/>
            <a:ext cx="2743557" cy="365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1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3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CDD0AE-3034-4B21-87A9-808C60475CB9}" type="slidenum">
              <a:rPr lang="zh-CN" altLang="en-US" smtClean="0"/>
            </a:fld>
            <a:endParaRPr lang="zh-CN" altLang="en-US"/>
          </a:p>
        </p:txBody>
      </p:sp>
      <p:sp>
        <p:nvSpPr>
          <p:cNvPr id="8" name="椭圆 7"/>
          <p:cNvSpPr/>
          <p:nvPr userDrawn="1"/>
        </p:nvSpPr>
        <p:spPr>
          <a:xfrm>
            <a:off x="4243690" y="1345785"/>
            <a:ext cx="3779222" cy="3780589"/>
          </a:xfrm>
          <a:prstGeom prst="ellipse">
            <a:avLst/>
          </a:prstGeom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2028569" y="3298008"/>
            <a:ext cx="474234" cy="1"/>
          </a:xfrm>
          <a:prstGeom prst="line">
            <a:avLst/>
          </a:prstGeom>
          <a:ln w="12700">
            <a:solidFill>
              <a:schemeClr val="accent4">
                <a:lumMod val="60000"/>
                <a:lumOff val="40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/>
        </p:nvCxnSpPr>
        <p:spPr>
          <a:xfrm>
            <a:off x="1555741" y="3298008"/>
            <a:ext cx="474234" cy="1"/>
          </a:xfrm>
          <a:prstGeom prst="line">
            <a:avLst/>
          </a:prstGeom>
          <a:ln w="12700">
            <a:solidFill>
              <a:schemeClr val="accent4">
                <a:lumMod val="60000"/>
                <a:lumOff val="40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/>
          <p:cNvSpPr/>
          <p:nvPr userDrawn="1"/>
        </p:nvSpPr>
        <p:spPr>
          <a:xfrm>
            <a:off x="1520982" y="3275140"/>
            <a:ext cx="45713" cy="45730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sp>
        <p:nvSpPr>
          <p:cNvPr id="13" name="椭圆 12"/>
          <p:cNvSpPr/>
          <p:nvPr userDrawn="1"/>
        </p:nvSpPr>
        <p:spPr>
          <a:xfrm>
            <a:off x="2502805" y="3275139"/>
            <a:ext cx="45713" cy="45730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sp>
        <p:nvSpPr>
          <p:cNvPr id="14" name="椭圆 13"/>
          <p:cNvSpPr/>
          <p:nvPr userDrawn="1"/>
        </p:nvSpPr>
        <p:spPr>
          <a:xfrm rot="16200000">
            <a:off x="1538372" y="2804627"/>
            <a:ext cx="980395" cy="9800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4">
                <a:lumMod val="60000"/>
                <a:lumOff val="40000"/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/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10179410" y="3296604"/>
            <a:ext cx="474234" cy="1"/>
          </a:xfrm>
          <a:prstGeom prst="line">
            <a:avLst/>
          </a:prstGeom>
          <a:ln w="12700">
            <a:solidFill>
              <a:schemeClr val="accent4">
                <a:lumMod val="60000"/>
                <a:lumOff val="40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9701820" y="3296603"/>
            <a:ext cx="474234" cy="1"/>
          </a:xfrm>
          <a:prstGeom prst="line">
            <a:avLst/>
          </a:prstGeom>
          <a:ln w="12700">
            <a:solidFill>
              <a:schemeClr val="accent4">
                <a:lumMod val="60000"/>
                <a:lumOff val="40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/>
          <p:cNvSpPr/>
          <p:nvPr userDrawn="1"/>
        </p:nvSpPr>
        <p:spPr>
          <a:xfrm>
            <a:off x="9665473" y="3273737"/>
            <a:ext cx="45713" cy="45730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sp>
        <p:nvSpPr>
          <p:cNvPr id="18" name="椭圆 17"/>
          <p:cNvSpPr/>
          <p:nvPr userDrawn="1"/>
        </p:nvSpPr>
        <p:spPr>
          <a:xfrm>
            <a:off x="10653646" y="3278499"/>
            <a:ext cx="45713" cy="45730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sp>
        <p:nvSpPr>
          <p:cNvPr id="19" name="椭圆 18"/>
          <p:cNvSpPr/>
          <p:nvPr userDrawn="1"/>
        </p:nvSpPr>
        <p:spPr>
          <a:xfrm rot="16200000">
            <a:off x="9689213" y="2803222"/>
            <a:ext cx="980395" cy="9800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4">
                <a:lumMod val="60000"/>
                <a:lumOff val="40000"/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cxnSp>
        <p:nvCxnSpPr>
          <p:cNvPr id="20" name="直接连接符 19"/>
          <p:cNvCxnSpPr/>
          <p:nvPr userDrawn="1"/>
        </p:nvCxnSpPr>
        <p:spPr>
          <a:xfrm>
            <a:off x="2518592" y="3298006"/>
            <a:ext cx="290919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/>
          <p:cNvSpPr/>
          <p:nvPr userDrawn="1"/>
        </p:nvSpPr>
        <p:spPr>
          <a:xfrm>
            <a:off x="2759511" y="3245607"/>
            <a:ext cx="99999" cy="100035"/>
          </a:xfrm>
          <a:prstGeom prst="ellipse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cxnSp>
        <p:nvCxnSpPr>
          <p:cNvPr id="22" name="直接连接符 21"/>
          <p:cNvCxnSpPr/>
          <p:nvPr userDrawn="1"/>
        </p:nvCxnSpPr>
        <p:spPr>
          <a:xfrm>
            <a:off x="2809509" y="3298008"/>
            <a:ext cx="3285696" cy="632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 flipH="1">
            <a:off x="9390515" y="3296098"/>
            <a:ext cx="307951" cy="2543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椭圆 23"/>
          <p:cNvSpPr/>
          <p:nvPr userDrawn="1"/>
        </p:nvSpPr>
        <p:spPr>
          <a:xfrm rot="10800000">
            <a:off x="9340513" y="3245763"/>
            <a:ext cx="99999" cy="100035"/>
          </a:xfrm>
          <a:prstGeom prst="ellipse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cxnSp>
        <p:nvCxnSpPr>
          <p:cNvPr id="25" name="直接连接符 24"/>
          <p:cNvCxnSpPr/>
          <p:nvPr userDrawn="1"/>
        </p:nvCxnSpPr>
        <p:spPr>
          <a:xfrm flipH="1">
            <a:off x="6095207" y="3297051"/>
            <a:ext cx="3295308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stCxn id="8" idx="7"/>
          </p:cNvCxnSpPr>
          <p:nvPr userDrawn="1"/>
        </p:nvCxnSpPr>
        <p:spPr>
          <a:xfrm flipH="1">
            <a:off x="6095207" y="1899439"/>
            <a:ext cx="1374252" cy="1396658"/>
          </a:xfrm>
          <a:prstGeom prst="line">
            <a:avLst/>
          </a:prstGeom>
          <a:ln w="12700">
            <a:solidFill>
              <a:schemeClr val="accent4">
                <a:lumMod val="60000"/>
                <a:lumOff val="40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>
            <a:stCxn id="8" idx="3"/>
          </p:cNvCxnSpPr>
          <p:nvPr userDrawn="1"/>
        </p:nvCxnSpPr>
        <p:spPr>
          <a:xfrm flipV="1">
            <a:off x="4797145" y="3296098"/>
            <a:ext cx="1298062" cy="1276623"/>
          </a:xfrm>
          <a:prstGeom prst="line">
            <a:avLst/>
          </a:prstGeom>
          <a:ln w="12700">
            <a:solidFill>
              <a:schemeClr val="accent4">
                <a:lumMod val="60000"/>
                <a:lumOff val="40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 userDrawn="1"/>
        </p:nvCxnSpPr>
        <p:spPr>
          <a:xfrm flipH="1" flipV="1">
            <a:off x="6098563" y="3301367"/>
            <a:ext cx="1319188" cy="1150895"/>
          </a:xfrm>
          <a:prstGeom prst="line">
            <a:avLst/>
          </a:prstGeom>
          <a:ln w="12700">
            <a:solidFill>
              <a:schemeClr val="accent4">
                <a:lumMod val="60000"/>
                <a:lumOff val="40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>
            <a:endCxn id="34" idx="1"/>
          </p:cNvCxnSpPr>
          <p:nvPr userDrawn="1"/>
        </p:nvCxnSpPr>
        <p:spPr>
          <a:xfrm flipH="1" flipV="1">
            <a:off x="4876715" y="1977562"/>
            <a:ext cx="1221847" cy="1315682"/>
          </a:xfrm>
          <a:prstGeom prst="line">
            <a:avLst/>
          </a:prstGeom>
          <a:ln w="12700">
            <a:solidFill>
              <a:schemeClr val="accent4">
                <a:lumMod val="60000"/>
                <a:lumOff val="40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椭圆 29"/>
          <p:cNvSpPr/>
          <p:nvPr userDrawn="1"/>
        </p:nvSpPr>
        <p:spPr>
          <a:xfrm>
            <a:off x="2751996" y="3216892"/>
            <a:ext cx="152644" cy="152699"/>
          </a:xfrm>
          <a:prstGeom prst="ellipse">
            <a:avLst/>
          </a:prstGeom>
          <a:solidFill>
            <a:srgbClr val="FFA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sp>
        <p:nvSpPr>
          <p:cNvPr id="31" name="椭圆 30"/>
          <p:cNvSpPr/>
          <p:nvPr userDrawn="1"/>
        </p:nvSpPr>
        <p:spPr>
          <a:xfrm>
            <a:off x="9279749" y="3198088"/>
            <a:ext cx="160762" cy="160819"/>
          </a:xfrm>
          <a:prstGeom prst="ellipse">
            <a:avLst/>
          </a:prstGeom>
          <a:solidFill>
            <a:srgbClr val="FFA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sp>
        <p:nvSpPr>
          <p:cNvPr id="32" name="椭圆 31"/>
          <p:cNvSpPr/>
          <p:nvPr userDrawn="1"/>
        </p:nvSpPr>
        <p:spPr>
          <a:xfrm>
            <a:off x="4753518" y="4534766"/>
            <a:ext cx="99999" cy="100035"/>
          </a:xfrm>
          <a:prstGeom prst="ellipse">
            <a:avLst/>
          </a:prstGeom>
          <a:solidFill>
            <a:schemeClr val="accent4">
              <a:lumMod val="60000"/>
              <a:lumOff val="4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sp>
        <p:nvSpPr>
          <p:cNvPr id="33" name="椭圆 32"/>
          <p:cNvSpPr/>
          <p:nvPr userDrawn="1"/>
        </p:nvSpPr>
        <p:spPr>
          <a:xfrm>
            <a:off x="7419459" y="1856848"/>
            <a:ext cx="99999" cy="100035"/>
          </a:xfrm>
          <a:prstGeom prst="ellipse">
            <a:avLst/>
          </a:prstGeom>
          <a:solidFill>
            <a:schemeClr val="accent4">
              <a:lumMod val="60000"/>
              <a:lumOff val="4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sp>
        <p:nvSpPr>
          <p:cNvPr id="34" name="椭圆 33"/>
          <p:cNvSpPr/>
          <p:nvPr userDrawn="1"/>
        </p:nvSpPr>
        <p:spPr>
          <a:xfrm>
            <a:off x="4359552" y="1460211"/>
            <a:ext cx="3531404" cy="3532682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sp>
        <p:nvSpPr>
          <p:cNvPr id="35" name="椭圆 34"/>
          <p:cNvSpPr/>
          <p:nvPr userDrawn="1"/>
        </p:nvSpPr>
        <p:spPr>
          <a:xfrm>
            <a:off x="4837648" y="1950264"/>
            <a:ext cx="99999" cy="100035"/>
          </a:xfrm>
          <a:prstGeom prst="ellipse">
            <a:avLst/>
          </a:prstGeom>
          <a:solidFill>
            <a:schemeClr val="accent4">
              <a:lumMod val="60000"/>
              <a:lumOff val="4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sp>
        <p:nvSpPr>
          <p:cNvPr id="36" name="椭圆 35"/>
          <p:cNvSpPr/>
          <p:nvPr userDrawn="1"/>
        </p:nvSpPr>
        <p:spPr>
          <a:xfrm>
            <a:off x="7321627" y="4425184"/>
            <a:ext cx="99999" cy="100035"/>
          </a:xfrm>
          <a:prstGeom prst="ellipse">
            <a:avLst/>
          </a:prstGeom>
          <a:solidFill>
            <a:schemeClr val="accent4">
              <a:lumMod val="60000"/>
              <a:lumOff val="4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grpSp>
        <p:nvGrpSpPr>
          <p:cNvPr id="38" name="组合 37"/>
          <p:cNvGrpSpPr/>
          <p:nvPr userDrawn="1"/>
        </p:nvGrpSpPr>
        <p:grpSpPr>
          <a:xfrm>
            <a:off x="4530223" y="1623699"/>
            <a:ext cx="3239579" cy="3240750"/>
            <a:chOff x="4514099" y="1605805"/>
            <a:chExt cx="3240000" cy="3240000"/>
          </a:xfrm>
        </p:grpSpPr>
        <p:sp>
          <p:nvSpPr>
            <p:cNvPr id="39" name="椭圆 38"/>
            <p:cNvSpPr/>
            <p:nvPr/>
          </p:nvSpPr>
          <p:spPr>
            <a:xfrm>
              <a:off x="4514099" y="1605805"/>
              <a:ext cx="3240000" cy="3240000"/>
            </a:xfrm>
            <a:prstGeom prst="ellipse">
              <a:avLst/>
            </a:prstGeom>
            <a:solidFill>
              <a:srgbClr val="595959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4519776" y="3660819"/>
              <a:ext cx="3224090" cy="4615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cxnSp>
        <p:nvCxnSpPr>
          <p:cNvPr id="45" name="直接连接符 44"/>
          <p:cNvCxnSpPr>
            <a:stCxn id="19" idx="4"/>
          </p:cNvCxnSpPr>
          <p:nvPr userDrawn="1"/>
        </p:nvCxnSpPr>
        <p:spPr>
          <a:xfrm flipV="1">
            <a:off x="10669431" y="3293243"/>
            <a:ext cx="1666107" cy="1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 userDrawn="1"/>
        </p:nvCxnSpPr>
        <p:spPr>
          <a:xfrm flipV="1">
            <a:off x="-122027" y="3293243"/>
            <a:ext cx="1666107" cy="1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椭圆 46"/>
          <p:cNvSpPr/>
          <p:nvPr userDrawn="1"/>
        </p:nvSpPr>
        <p:spPr>
          <a:xfrm>
            <a:off x="586701" y="3149569"/>
            <a:ext cx="287243" cy="287347"/>
          </a:xfrm>
          <a:prstGeom prst="ellipse">
            <a:avLst/>
          </a:prstGeom>
          <a:solidFill>
            <a:srgbClr val="FFA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sp>
        <p:nvSpPr>
          <p:cNvPr id="48" name="椭圆 47"/>
          <p:cNvSpPr/>
          <p:nvPr userDrawn="1"/>
        </p:nvSpPr>
        <p:spPr>
          <a:xfrm>
            <a:off x="11328113" y="3159097"/>
            <a:ext cx="287243" cy="287347"/>
          </a:xfrm>
          <a:prstGeom prst="ellipse">
            <a:avLst/>
          </a:prstGeom>
          <a:solidFill>
            <a:srgbClr val="FFA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grpSp>
        <p:nvGrpSpPr>
          <p:cNvPr id="49" name="组合 48"/>
          <p:cNvGrpSpPr/>
          <p:nvPr userDrawn="1"/>
        </p:nvGrpSpPr>
        <p:grpSpPr>
          <a:xfrm>
            <a:off x="3785857" y="920545"/>
            <a:ext cx="4655374" cy="4664314"/>
            <a:chOff x="4095140" y="1166024"/>
            <a:chExt cx="4140000" cy="4146450"/>
          </a:xfrm>
        </p:grpSpPr>
        <p:sp>
          <p:nvSpPr>
            <p:cNvPr id="50" name="椭圆 49"/>
            <p:cNvSpPr/>
            <p:nvPr/>
          </p:nvSpPr>
          <p:spPr>
            <a:xfrm>
              <a:off x="4095140" y="1166024"/>
              <a:ext cx="4140000" cy="4140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  <p:sp>
          <p:nvSpPr>
            <p:cNvPr id="51" name="弧形 50"/>
            <p:cNvSpPr/>
            <p:nvPr/>
          </p:nvSpPr>
          <p:spPr>
            <a:xfrm>
              <a:off x="4095140" y="1172474"/>
              <a:ext cx="4140000" cy="4140000"/>
            </a:xfrm>
            <a:prstGeom prst="arc">
              <a:avLst>
                <a:gd name="adj1" fmla="val 11936969"/>
                <a:gd name="adj2" fmla="val 17475323"/>
              </a:avLst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</p:grpSp>
      <p:grpSp>
        <p:nvGrpSpPr>
          <p:cNvPr id="52" name="组合 51"/>
          <p:cNvGrpSpPr/>
          <p:nvPr userDrawn="1"/>
        </p:nvGrpSpPr>
        <p:grpSpPr>
          <a:xfrm rot="12406911">
            <a:off x="3800821" y="908679"/>
            <a:ext cx="4655374" cy="4664314"/>
            <a:chOff x="4095140" y="1166024"/>
            <a:chExt cx="4140000" cy="4146450"/>
          </a:xfrm>
        </p:grpSpPr>
        <p:sp>
          <p:nvSpPr>
            <p:cNvPr id="53" name="椭圆 52"/>
            <p:cNvSpPr/>
            <p:nvPr/>
          </p:nvSpPr>
          <p:spPr>
            <a:xfrm>
              <a:off x="4095140" y="1166024"/>
              <a:ext cx="4140000" cy="4140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  <p:sp>
          <p:nvSpPr>
            <p:cNvPr id="54" name="弧形 53"/>
            <p:cNvSpPr/>
            <p:nvPr/>
          </p:nvSpPr>
          <p:spPr>
            <a:xfrm>
              <a:off x="4095140" y="1172474"/>
              <a:ext cx="4140000" cy="4140000"/>
            </a:xfrm>
            <a:prstGeom prst="arc">
              <a:avLst>
                <a:gd name="adj1" fmla="val 14231143"/>
                <a:gd name="adj2" fmla="val 17475323"/>
              </a:avLst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</p:grpSp>
      <p:grpSp>
        <p:nvGrpSpPr>
          <p:cNvPr id="55" name="组合 54"/>
          <p:cNvGrpSpPr/>
          <p:nvPr userDrawn="1"/>
        </p:nvGrpSpPr>
        <p:grpSpPr>
          <a:xfrm rot="6181611">
            <a:off x="3773036" y="927842"/>
            <a:ext cx="4657060" cy="4662627"/>
            <a:chOff x="4095139" y="1166024"/>
            <a:chExt cx="4140001" cy="4146450"/>
          </a:xfrm>
        </p:grpSpPr>
        <p:sp>
          <p:nvSpPr>
            <p:cNvPr id="56" name="椭圆 55"/>
            <p:cNvSpPr/>
            <p:nvPr/>
          </p:nvSpPr>
          <p:spPr>
            <a:xfrm>
              <a:off x="4095139" y="1166024"/>
              <a:ext cx="4140000" cy="4140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  <p:sp>
          <p:nvSpPr>
            <p:cNvPr id="57" name="弧形 56"/>
            <p:cNvSpPr/>
            <p:nvPr/>
          </p:nvSpPr>
          <p:spPr>
            <a:xfrm>
              <a:off x="4095140" y="1172474"/>
              <a:ext cx="4140000" cy="4140000"/>
            </a:xfrm>
            <a:prstGeom prst="arc">
              <a:avLst>
                <a:gd name="adj1" fmla="val 13162649"/>
                <a:gd name="adj2" fmla="val 17475323"/>
              </a:avLst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</p:grpSp>
      <p:grpSp>
        <p:nvGrpSpPr>
          <p:cNvPr id="59" name="组合 58"/>
          <p:cNvGrpSpPr/>
          <p:nvPr userDrawn="1"/>
        </p:nvGrpSpPr>
        <p:grpSpPr>
          <a:xfrm>
            <a:off x="1722777" y="3048794"/>
            <a:ext cx="562430" cy="513471"/>
            <a:chOff x="550862" y="596106"/>
            <a:chExt cx="1495425" cy="1365250"/>
          </a:xfrm>
          <a:solidFill>
            <a:srgbClr val="FFA000"/>
          </a:solidFill>
        </p:grpSpPr>
        <p:sp>
          <p:nvSpPr>
            <p:cNvPr id="60" name="Freeform 6"/>
            <p:cNvSpPr>
              <a:spLocks noEditPoints="1"/>
            </p:cNvSpPr>
            <p:nvPr/>
          </p:nvSpPr>
          <p:spPr bwMode="auto">
            <a:xfrm>
              <a:off x="550862" y="1583531"/>
              <a:ext cx="1495425" cy="377825"/>
            </a:xfrm>
            <a:custGeom>
              <a:avLst/>
              <a:gdLst>
                <a:gd name="T0" fmla="*/ 555 w 557"/>
                <a:gd name="T1" fmla="*/ 113 h 141"/>
                <a:gd name="T2" fmla="*/ 554 w 557"/>
                <a:gd name="T3" fmla="*/ 109 h 141"/>
                <a:gd name="T4" fmla="*/ 513 w 557"/>
                <a:gd name="T5" fmla="*/ 23 h 141"/>
                <a:gd name="T6" fmla="*/ 490 w 557"/>
                <a:gd name="T7" fmla="*/ 0 h 141"/>
                <a:gd name="T8" fmla="*/ 69 w 557"/>
                <a:gd name="T9" fmla="*/ 0 h 141"/>
                <a:gd name="T10" fmla="*/ 46 w 557"/>
                <a:gd name="T11" fmla="*/ 23 h 141"/>
                <a:gd name="T12" fmla="*/ 4 w 557"/>
                <a:gd name="T13" fmla="*/ 109 h 141"/>
                <a:gd name="T14" fmla="*/ 0 w 557"/>
                <a:gd name="T15" fmla="*/ 121 h 141"/>
                <a:gd name="T16" fmla="*/ 22 w 557"/>
                <a:gd name="T17" fmla="*/ 141 h 141"/>
                <a:gd name="T18" fmla="*/ 535 w 557"/>
                <a:gd name="T19" fmla="*/ 141 h 141"/>
                <a:gd name="T20" fmla="*/ 557 w 557"/>
                <a:gd name="T21" fmla="*/ 121 h 141"/>
                <a:gd name="T22" fmla="*/ 555 w 557"/>
                <a:gd name="T23" fmla="*/ 113 h 141"/>
                <a:gd name="T24" fmla="*/ 327 w 557"/>
                <a:gd name="T25" fmla="*/ 128 h 141"/>
                <a:gd name="T26" fmla="*/ 230 w 557"/>
                <a:gd name="T27" fmla="*/ 128 h 141"/>
                <a:gd name="T28" fmla="*/ 225 w 557"/>
                <a:gd name="T29" fmla="*/ 123 h 141"/>
                <a:gd name="T30" fmla="*/ 230 w 557"/>
                <a:gd name="T31" fmla="*/ 118 h 141"/>
                <a:gd name="T32" fmla="*/ 327 w 557"/>
                <a:gd name="T33" fmla="*/ 118 h 141"/>
                <a:gd name="T34" fmla="*/ 332 w 557"/>
                <a:gd name="T35" fmla="*/ 123 h 141"/>
                <a:gd name="T36" fmla="*/ 327 w 557"/>
                <a:gd name="T37" fmla="*/ 128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57" h="141">
                  <a:moveTo>
                    <a:pt x="555" y="113"/>
                  </a:moveTo>
                  <a:cubicBezTo>
                    <a:pt x="555" y="112"/>
                    <a:pt x="555" y="111"/>
                    <a:pt x="554" y="109"/>
                  </a:cubicBezTo>
                  <a:cubicBezTo>
                    <a:pt x="513" y="23"/>
                    <a:pt x="513" y="23"/>
                    <a:pt x="513" y="23"/>
                  </a:cubicBezTo>
                  <a:cubicBezTo>
                    <a:pt x="506" y="9"/>
                    <a:pt x="503" y="0"/>
                    <a:pt x="490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56" y="0"/>
                    <a:pt x="52" y="10"/>
                    <a:pt x="46" y="23"/>
                  </a:cubicBezTo>
                  <a:cubicBezTo>
                    <a:pt x="4" y="109"/>
                    <a:pt x="4" y="109"/>
                    <a:pt x="4" y="109"/>
                  </a:cubicBezTo>
                  <a:cubicBezTo>
                    <a:pt x="1" y="112"/>
                    <a:pt x="0" y="116"/>
                    <a:pt x="0" y="121"/>
                  </a:cubicBezTo>
                  <a:cubicBezTo>
                    <a:pt x="0" y="132"/>
                    <a:pt x="10" y="141"/>
                    <a:pt x="22" y="141"/>
                  </a:cubicBezTo>
                  <a:cubicBezTo>
                    <a:pt x="535" y="141"/>
                    <a:pt x="535" y="141"/>
                    <a:pt x="535" y="141"/>
                  </a:cubicBezTo>
                  <a:cubicBezTo>
                    <a:pt x="547" y="141"/>
                    <a:pt x="557" y="132"/>
                    <a:pt x="557" y="121"/>
                  </a:cubicBezTo>
                  <a:cubicBezTo>
                    <a:pt x="557" y="118"/>
                    <a:pt x="556" y="115"/>
                    <a:pt x="555" y="113"/>
                  </a:cubicBezTo>
                  <a:close/>
                  <a:moveTo>
                    <a:pt x="327" y="128"/>
                  </a:moveTo>
                  <a:cubicBezTo>
                    <a:pt x="230" y="128"/>
                    <a:pt x="230" y="128"/>
                    <a:pt x="230" y="128"/>
                  </a:cubicBezTo>
                  <a:cubicBezTo>
                    <a:pt x="227" y="128"/>
                    <a:pt x="225" y="126"/>
                    <a:pt x="225" y="123"/>
                  </a:cubicBezTo>
                  <a:cubicBezTo>
                    <a:pt x="225" y="120"/>
                    <a:pt x="227" y="118"/>
                    <a:pt x="230" y="118"/>
                  </a:cubicBezTo>
                  <a:cubicBezTo>
                    <a:pt x="327" y="118"/>
                    <a:pt x="327" y="118"/>
                    <a:pt x="327" y="118"/>
                  </a:cubicBezTo>
                  <a:cubicBezTo>
                    <a:pt x="329" y="118"/>
                    <a:pt x="332" y="120"/>
                    <a:pt x="332" y="123"/>
                  </a:cubicBezTo>
                  <a:cubicBezTo>
                    <a:pt x="332" y="126"/>
                    <a:pt x="329" y="128"/>
                    <a:pt x="327" y="1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61" name="Freeform 7"/>
            <p:cNvSpPr>
              <a:spLocks noEditPoints="1"/>
            </p:cNvSpPr>
            <p:nvPr/>
          </p:nvSpPr>
          <p:spPr bwMode="auto">
            <a:xfrm>
              <a:off x="1063625" y="842169"/>
              <a:ext cx="496888" cy="446088"/>
            </a:xfrm>
            <a:custGeom>
              <a:avLst/>
              <a:gdLst>
                <a:gd name="T0" fmla="*/ 161 w 185"/>
                <a:gd name="T1" fmla="*/ 97 h 166"/>
                <a:gd name="T2" fmla="*/ 47 w 185"/>
                <a:gd name="T3" fmla="*/ 166 h 166"/>
                <a:gd name="T4" fmla="*/ 2 w 185"/>
                <a:gd name="T5" fmla="*/ 111 h 166"/>
                <a:gd name="T6" fmla="*/ 116 w 185"/>
                <a:gd name="T7" fmla="*/ 0 h 166"/>
                <a:gd name="T8" fmla="*/ 146 w 185"/>
                <a:gd name="T9" fmla="*/ 20 h 166"/>
                <a:gd name="T10" fmla="*/ 44 w 185"/>
                <a:gd name="T11" fmla="*/ 98 h 166"/>
                <a:gd name="T12" fmla="*/ 44 w 185"/>
                <a:gd name="T13" fmla="*/ 108 h 166"/>
                <a:gd name="T14" fmla="*/ 70 w 185"/>
                <a:gd name="T15" fmla="*/ 129 h 166"/>
                <a:gd name="T16" fmla="*/ 157 w 185"/>
                <a:gd name="T17" fmla="*/ 81 h 166"/>
                <a:gd name="T18" fmla="*/ 161 w 185"/>
                <a:gd name="T19" fmla="*/ 97 h 166"/>
                <a:gd name="T20" fmla="*/ 109 w 185"/>
                <a:gd name="T21" fmla="*/ 29 h 166"/>
                <a:gd name="T22" fmla="*/ 104 w 185"/>
                <a:gd name="T23" fmla="*/ 24 h 166"/>
                <a:gd name="T24" fmla="*/ 47 w 185"/>
                <a:gd name="T25" fmla="*/ 78 h 166"/>
                <a:gd name="T26" fmla="*/ 109 w 185"/>
                <a:gd name="T27" fmla="*/ 29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5" h="166">
                  <a:moveTo>
                    <a:pt x="161" y="97"/>
                  </a:moveTo>
                  <a:cubicBezTo>
                    <a:pt x="137" y="128"/>
                    <a:pt x="89" y="166"/>
                    <a:pt x="47" y="166"/>
                  </a:cubicBezTo>
                  <a:cubicBezTo>
                    <a:pt x="17" y="166"/>
                    <a:pt x="2" y="139"/>
                    <a:pt x="2" y="111"/>
                  </a:cubicBezTo>
                  <a:cubicBezTo>
                    <a:pt x="0" y="56"/>
                    <a:pt x="61" y="0"/>
                    <a:pt x="116" y="0"/>
                  </a:cubicBezTo>
                  <a:cubicBezTo>
                    <a:pt x="129" y="0"/>
                    <a:pt x="146" y="3"/>
                    <a:pt x="146" y="20"/>
                  </a:cubicBezTo>
                  <a:cubicBezTo>
                    <a:pt x="146" y="41"/>
                    <a:pt x="125" y="72"/>
                    <a:pt x="44" y="98"/>
                  </a:cubicBezTo>
                  <a:cubicBezTo>
                    <a:pt x="44" y="108"/>
                    <a:pt x="44" y="108"/>
                    <a:pt x="44" y="108"/>
                  </a:cubicBezTo>
                  <a:cubicBezTo>
                    <a:pt x="42" y="124"/>
                    <a:pt x="56" y="129"/>
                    <a:pt x="70" y="129"/>
                  </a:cubicBezTo>
                  <a:cubicBezTo>
                    <a:pt x="100" y="129"/>
                    <a:pt x="135" y="98"/>
                    <a:pt x="157" y="81"/>
                  </a:cubicBezTo>
                  <a:cubicBezTo>
                    <a:pt x="157" y="81"/>
                    <a:pt x="185" y="65"/>
                    <a:pt x="161" y="97"/>
                  </a:cubicBezTo>
                  <a:close/>
                  <a:moveTo>
                    <a:pt x="109" y="29"/>
                  </a:moveTo>
                  <a:cubicBezTo>
                    <a:pt x="109" y="26"/>
                    <a:pt x="107" y="24"/>
                    <a:pt x="104" y="24"/>
                  </a:cubicBezTo>
                  <a:cubicBezTo>
                    <a:pt x="83" y="30"/>
                    <a:pt x="58" y="50"/>
                    <a:pt x="47" y="78"/>
                  </a:cubicBezTo>
                  <a:cubicBezTo>
                    <a:pt x="84" y="65"/>
                    <a:pt x="109" y="36"/>
                    <a:pt x="109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62" name="Freeform 8"/>
            <p:cNvSpPr>
              <a:spLocks noEditPoints="1"/>
            </p:cNvSpPr>
            <p:nvPr/>
          </p:nvSpPr>
          <p:spPr bwMode="auto">
            <a:xfrm>
              <a:off x="620712" y="596106"/>
              <a:ext cx="1355725" cy="944563"/>
            </a:xfrm>
            <a:custGeom>
              <a:avLst/>
              <a:gdLst>
                <a:gd name="T0" fmla="*/ 443 w 505"/>
                <a:gd name="T1" fmla="*/ 0 h 352"/>
                <a:gd name="T2" fmla="*/ 62 w 505"/>
                <a:gd name="T3" fmla="*/ 0 h 352"/>
                <a:gd name="T4" fmla="*/ 0 w 505"/>
                <a:gd name="T5" fmla="*/ 62 h 352"/>
                <a:gd name="T6" fmla="*/ 0 w 505"/>
                <a:gd name="T7" fmla="*/ 290 h 352"/>
                <a:gd name="T8" fmla="*/ 62 w 505"/>
                <a:gd name="T9" fmla="*/ 352 h 352"/>
                <a:gd name="T10" fmla="*/ 443 w 505"/>
                <a:gd name="T11" fmla="*/ 352 h 352"/>
                <a:gd name="T12" fmla="*/ 505 w 505"/>
                <a:gd name="T13" fmla="*/ 290 h 352"/>
                <a:gd name="T14" fmla="*/ 505 w 505"/>
                <a:gd name="T15" fmla="*/ 62 h 352"/>
                <a:gd name="T16" fmla="*/ 443 w 505"/>
                <a:gd name="T17" fmla="*/ 0 h 352"/>
                <a:gd name="T18" fmla="*/ 382 w 505"/>
                <a:gd name="T19" fmla="*/ 339 h 352"/>
                <a:gd name="T20" fmla="*/ 332 w 505"/>
                <a:gd name="T21" fmla="*/ 339 h 352"/>
                <a:gd name="T22" fmla="*/ 326 w 505"/>
                <a:gd name="T23" fmla="*/ 333 h 352"/>
                <a:gd name="T24" fmla="*/ 332 w 505"/>
                <a:gd name="T25" fmla="*/ 327 h 352"/>
                <a:gd name="T26" fmla="*/ 382 w 505"/>
                <a:gd name="T27" fmla="*/ 327 h 352"/>
                <a:gd name="T28" fmla="*/ 389 w 505"/>
                <a:gd name="T29" fmla="*/ 333 h 352"/>
                <a:gd name="T30" fmla="*/ 382 w 505"/>
                <a:gd name="T31" fmla="*/ 339 h 352"/>
                <a:gd name="T32" fmla="*/ 403 w 505"/>
                <a:gd name="T33" fmla="*/ 339 h 352"/>
                <a:gd name="T34" fmla="*/ 397 w 505"/>
                <a:gd name="T35" fmla="*/ 333 h 352"/>
                <a:gd name="T36" fmla="*/ 403 w 505"/>
                <a:gd name="T37" fmla="*/ 326 h 352"/>
                <a:gd name="T38" fmla="*/ 410 w 505"/>
                <a:gd name="T39" fmla="*/ 333 h 352"/>
                <a:gd name="T40" fmla="*/ 403 w 505"/>
                <a:gd name="T41" fmla="*/ 339 h 352"/>
                <a:gd name="T42" fmla="*/ 469 w 505"/>
                <a:gd name="T43" fmla="*/ 290 h 352"/>
                <a:gd name="T44" fmla="*/ 443 w 505"/>
                <a:gd name="T45" fmla="*/ 316 h 352"/>
                <a:gd name="T46" fmla="*/ 62 w 505"/>
                <a:gd name="T47" fmla="*/ 316 h 352"/>
                <a:gd name="T48" fmla="*/ 36 w 505"/>
                <a:gd name="T49" fmla="*/ 290 h 352"/>
                <a:gd name="T50" fmla="*/ 36 w 505"/>
                <a:gd name="T51" fmla="*/ 62 h 352"/>
                <a:gd name="T52" fmla="*/ 62 w 505"/>
                <a:gd name="T53" fmla="*/ 36 h 352"/>
                <a:gd name="T54" fmla="*/ 443 w 505"/>
                <a:gd name="T55" fmla="*/ 36 h 352"/>
                <a:gd name="T56" fmla="*/ 469 w 505"/>
                <a:gd name="T57" fmla="*/ 62 h 352"/>
                <a:gd name="T58" fmla="*/ 469 w 505"/>
                <a:gd name="T59" fmla="*/ 290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05" h="352">
                  <a:moveTo>
                    <a:pt x="443" y="0"/>
                  </a:moveTo>
                  <a:cubicBezTo>
                    <a:pt x="62" y="0"/>
                    <a:pt x="62" y="0"/>
                    <a:pt x="62" y="0"/>
                  </a:cubicBezTo>
                  <a:cubicBezTo>
                    <a:pt x="28" y="0"/>
                    <a:pt x="0" y="28"/>
                    <a:pt x="0" y="62"/>
                  </a:cubicBezTo>
                  <a:cubicBezTo>
                    <a:pt x="0" y="290"/>
                    <a:pt x="0" y="290"/>
                    <a:pt x="0" y="290"/>
                  </a:cubicBezTo>
                  <a:cubicBezTo>
                    <a:pt x="0" y="324"/>
                    <a:pt x="28" y="352"/>
                    <a:pt x="62" y="352"/>
                  </a:cubicBezTo>
                  <a:cubicBezTo>
                    <a:pt x="443" y="352"/>
                    <a:pt x="443" y="352"/>
                    <a:pt x="443" y="352"/>
                  </a:cubicBezTo>
                  <a:cubicBezTo>
                    <a:pt x="477" y="352"/>
                    <a:pt x="505" y="324"/>
                    <a:pt x="505" y="290"/>
                  </a:cubicBezTo>
                  <a:cubicBezTo>
                    <a:pt x="505" y="62"/>
                    <a:pt x="505" y="62"/>
                    <a:pt x="505" y="62"/>
                  </a:cubicBezTo>
                  <a:cubicBezTo>
                    <a:pt x="505" y="28"/>
                    <a:pt x="477" y="0"/>
                    <a:pt x="443" y="0"/>
                  </a:cubicBezTo>
                  <a:close/>
                  <a:moveTo>
                    <a:pt x="382" y="339"/>
                  </a:moveTo>
                  <a:cubicBezTo>
                    <a:pt x="332" y="339"/>
                    <a:pt x="332" y="339"/>
                    <a:pt x="332" y="339"/>
                  </a:cubicBezTo>
                  <a:cubicBezTo>
                    <a:pt x="329" y="339"/>
                    <a:pt x="326" y="336"/>
                    <a:pt x="326" y="333"/>
                  </a:cubicBezTo>
                  <a:cubicBezTo>
                    <a:pt x="326" y="329"/>
                    <a:pt x="329" y="327"/>
                    <a:pt x="332" y="327"/>
                  </a:cubicBezTo>
                  <a:cubicBezTo>
                    <a:pt x="382" y="327"/>
                    <a:pt x="382" y="327"/>
                    <a:pt x="382" y="327"/>
                  </a:cubicBezTo>
                  <a:cubicBezTo>
                    <a:pt x="386" y="327"/>
                    <a:pt x="389" y="329"/>
                    <a:pt x="389" y="333"/>
                  </a:cubicBezTo>
                  <a:cubicBezTo>
                    <a:pt x="389" y="336"/>
                    <a:pt x="386" y="339"/>
                    <a:pt x="382" y="339"/>
                  </a:cubicBezTo>
                  <a:close/>
                  <a:moveTo>
                    <a:pt x="403" y="339"/>
                  </a:moveTo>
                  <a:cubicBezTo>
                    <a:pt x="400" y="339"/>
                    <a:pt x="397" y="337"/>
                    <a:pt x="397" y="333"/>
                  </a:cubicBezTo>
                  <a:cubicBezTo>
                    <a:pt x="397" y="329"/>
                    <a:pt x="400" y="326"/>
                    <a:pt x="403" y="326"/>
                  </a:cubicBezTo>
                  <a:cubicBezTo>
                    <a:pt x="407" y="326"/>
                    <a:pt x="410" y="329"/>
                    <a:pt x="410" y="333"/>
                  </a:cubicBezTo>
                  <a:cubicBezTo>
                    <a:pt x="410" y="337"/>
                    <a:pt x="407" y="339"/>
                    <a:pt x="403" y="339"/>
                  </a:cubicBezTo>
                  <a:close/>
                  <a:moveTo>
                    <a:pt x="469" y="290"/>
                  </a:moveTo>
                  <a:cubicBezTo>
                    <a:pt x="469" y="304"/>
                    <a:pt x="457" y="316"/>
                    <a:pt x="443" y="316"/>
                  </a:cubicBezTo>
                  <a:cubicBezTo>
                    <a:pt x="62" y="316"/>
                    <a:pt x="62" y="316"/>
                    <a:pt x="62" y="316"/>
                  </a:cubicBezTo>
                  <a:cubicBezTo>
                    <a:pt x="48" y="316"/>
                    <a:pt x="36" y="304"/>
                    <a:pt x="36" y="290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6" y="48"/>
                    <a:pt x="48" y="36"/>
                    <a:pt x="62" y="36"/>
                  </a:cubicBezTo>
                  <a:cubicBezTo>
                    <a:pt x="443" y="36"/>
                    <a:pt x="443" y="36"/>
                    <a:pt x="443" y="36"/>
                  </a:cubicBezTo>
                  <a:cubicBezTo>
                    <a:pt x="457" y="36"/>
                    <a:pt x="469" y="48"/>
                    <a:pt x="469" y="62"/>
                  </a:cubicBezTo>
                  <a:lnTo>
                    <a:pt x="469" y="2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</p:grpSp>
      <p:grpSp>
        <p:nvGrpSpPr>
          <p:cNvPr id="63" name="组合 62"/>
          <p:cNvGrpSpPr/>
          <p:nvPr userDrawn="1"/>
        </p:nvGrpSpPr>
        <p:grpSpPr>
          <a:xfrm>
            <a:off x="9897762" y="3063066"/>
            <a:ext cx="617044" cy="519129"/>
            <a:chOff x="5146675" y="766763"/>
            <a:chExt cx="1590676" cy="1338263"/>
          </a:xfrm>
        </p:grpSpPr>
        <p:sp>
          <p:nvSpPr>
            <p:cNvPr id="64" name="Oval 18"/>
            <p:cNvSpPr>
              <a:spLocks noChangeArrowheads="1"/>
            </p:cNvSpPr>
            <p:nvPr/>
          </p:nvSpPr>
          <p:spPr bwMode="auto">
            <a:xfrm>
              <a:off x="5675313" y="766763"/>
              <a:ext cx="533400" cy="534988"/>
            </a:xfrm>
            <a:prstGeom prst="ellipse">
              <a:avLst/>
            </a:prstGeom>
            <a:solidFill>
              <a:srgbClr val="FFA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65" name="Freeform 19"/>
            <p:cNvSpPr/>
            <p:nvPr/>
          </p:nvSpPr>
          <p:spPr bwMode="auto">
            <a:xfrm>
              <a:off x="5511800" y="1344613"/>
              <a:ext cx="860425" cy="760413"/>
            </a:xfrm>
            <a:custGeom>
              <a:avLst/>
              <a:gdLst>
                <a:gd name="T0" fmla="*/ 201 w 301"/>
                <a:gd name="T1" fmla="*/ 0 h 266"/>
                <a:gd name="T2" fmla="*/ 151 w 301"/>
                <a:gd name="T3" fmla="*/ 67 h 266"/>
                <a:gd name="T4" fmla="*/ 101 w 301"/>
                <a:gd name="T5" fmla="*/ 0 h 266"/>
                <a:gd name="T6" fmla="*/ 0 w 301"/>
                <a:gd name="T7" fmla="*/ 144 h 266"/>
                <a:gd name="T8" fmla="*/ 0 w 301"/>
                <a:gd name="T9" fmla="*/ 235 h 266"/>
                <a:gd name="T10" fmla="*/ 0 w 301"/>
                <a:gd name="T11" fmla="*/ 235 h 266"/>
                <a:gd name="T12" fmla="*/ 151 w 301"/>
                <a:gd name="T13" fmla="*/ 266 h 266"/>
                <a:gd name="T14" fmla="*/ 301 w 301"/>
                <a:gd name="T15" fmla="*/ 235 h 266"/>
                <a:gd name="T16" fmla="*/ 301 w 301"/>
                <a:gd name="T17" fmla="*/ 235 h 266"/>
                <a:gd name="T18" fmla="*/ 301 w 301"/>
                <a:gd name="T19" fmla="*/ 144 h 266"/>
                <a:gd name="T20" fmla="*/ 201 w 301"/>
                <a:gd name="T21" fmla="*/ 0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01" h="266">
                  <a:moveTo>
                    <a:pt x="201" y="0"/>
                  </a:moveTo>
                  <a:cubicBezTo>
                    <a:pt x="151" y="67"/>
                    <a:pt x="151" y="67"/>
                    <a:pt x="151" y="67"/>
                  </a:cubicBezTo>
                  <a:cubicBezTo>
                    <a:pt x="101" y="0"/>
                    <a:pt x="101" y="0"/>
                    <a:pt x="101" y="0"/>
                  </a:cubicBezTo>
                  <a:cubicBezTo>
                    <a:pt x="42" y="21"/>
                    <a:pt x="0" y="78"/>
                    <a:pt x="0" y="144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3" y="252"/>
                    <a:pt x="69" y="266"/>
                    <a:pt x="151" y="266"/>
                  </a:cubicBezTo>
                  <a:cubicBezTo>
                    <a:pt x="232" y="266"/>
                    <a:pt x="298" y="252"/>
                    <a:pt x="301" y="235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301" y="144"/>
                    <a:pt x="301" y="144"/>
                    <a:pt x="301" y="144"/>
                  </a:cubicBezTo>
                  <a:cubicBezTo>
                    <a:pt x="301" y="78"/>
                    <a:pt x="259" y="21"/>
                    <a:pt x="201" y="0"/>
                  </a:cubicBezTo>
                  <a:close/>
                </a:path>
              </a:pathLst>
            </a:custGeom>
            <a:solidFill>
              <a:srgbClr val="FFA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66" name="Freeform 20"/>
            <p:cNvSpPr/>
            <p:nvPr/>
          </p:nvSpPr>
          <p:spPr bwMode="auto">
            <a:xfrm>
              <a:off x="5900738" y="1319213"/>
              <a:ext cx="85725" cy="50800"/>
            </a:xfrm>
            <a:custGeom>
              <a:avLst/>
              <a:gdLst>
                <a:gd name="T0" fmla="*/ 30 w 30"/>
                <a:gd name="T1" fmla="*/ 1 h 18"/>
                <a:gd name="T2" fmla="*/ 15 w 30"/>
                <a:gd name="T3" fmla="*/ 0 h 18"/>
                <a:gd name="T4" fmla="*/ 1 w 30"/>
                <a:gd name="T5" fmla="*/ 1 h 18"/>
                <a:gd name="T6" fmla="*/ 7 w 30"/>
                <a:gd name="T7" fmla="*/ 18 h 18"/>
                <a:gd name="T8" fmla="*/ 24 w 30"/>
                <a:gd name="T9" fmla="*/ 18 h 18"/>
                <a:gd name="T10" fmla="*/ 30 w 30"/>
                <a:gd name="T11" fmla="*/ 1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" h="18">
                  <a:moveTo>
                    <a:pt x="30" y="1"/>
                  </a:moveTo>
                  <a:cubicBezTo>
                    <a:pt x="25" y="0"/>
                    <a:pt x="20" y="0"/>
                    <a:pt x="15" y="0"/>
                  </a:cubicBezTo>
                  <a:cubicBezTo>
                    <a:pt x="10" y="0"/>
                    <a:pt x="6" y="0"/>
                    <a:pt x="1" y="1"/>
                  </a:cubicBezTo>
                  <a:cubicBezTo>
                    <a:pt x="1" y="1"/>
                    <a:pt x="0" y="11"/>
                    <a:pt x="7" y="18"/>
                  </a:cubicBezTo>
                  <a:cubicBezTo>
                    <a:pt x="7" y="18"/>
                    <a:pt x="18" y="18"/>
                    <a:pt x="24" y="18"/>
                  </a:cubicBezTo>
                  <a:cubicBezTo>
                    <a:pt x="24" y="18"/>
                    <a:pt x="30" y="12"/>
                    <a:pt x="30" y="1"/>
                  </a:cubicBezTo>
                  <a:close/>
                </a:path>
              </a:pathLst>
            </a:cu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67" name="Freeform 21"/>
            <p:cNvSpPr/>
            <p:nvPr/>
          </p:nvSpPr>
          <p:spPr bwMode="auto">
            <a:xfrm>
              <a:off x="5894388" y="1377951"/>
              <a:ext cx="95250" cy="130175"/>
            </a:xfrm>
            <a:custGeom>
              <a:avLst/>
              <a:gdLst>
                <a:gd name="T0" fmla="*/ 15 w 60"/>
                <a:gd name="T1" fmla="*/ 0 h 82"/>
                <a:gd name="T2" fmla="*/ 47 w 60"/>
                <a:gd name="T3" fmla="*/ 0 h 82"/>
                <a:gd name="T4" fmla="*/ 60 w 60"/>
                <a:gd name="T5" fmla="*/ 47 h 82"/>
                <a:gd name="T6" fmla="*/ 31 w 60"/>
                <a:gd name="T7" fmla="*/ 82 h 82"/>
                <a:gd name="T8" fmla="*/ 0 w 60"/>
                <a:gd name="T9" fmla="*/ 47 h 82"/>
                <a:gd name="T10" fmla="*/ 15 w 60"/>
                <a:gd name="T11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82">
                  <a:moveTo>
                    <a:pt x="15" y="0"/>
                  </a:moveTo>
                  <a:lnTo>
                    <a:pt x="47" y="0"/>
                  </a:lnTo>
                  <a:lnTo>
                    <a:pt x="60" y="47"/>
                  </a:lnTo>
                  <a:lnTo>
                    <a:pt x="31" y="82"/>
                  </a:lnTo>
                  <a:lnTo>
                    <a:pt x="0" y="47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68" name="Freeform 22"/>
            <p:cNvSpPr/>
            <p:nvPr/>
          </p:nvSpPr>
          <p:spPr bwMode="auto">
            <a:xfrm>
              <a:off x="5432425" y="1427163"/>
              <a:ext cx="71438" cy="96838"/>
            </a:xfrm>
            <a:custGeom>
              <a:avLst/>
              <a:gdLst>
                <a:gd name="T0" fmla="*/ 23 w 45"/>
                <a:gd name="T1" fmla="*/ 61 h 61"/>
                <a:gd name="T2" fmla="*/ 45 w 45"/>
                <a:gd name="T3" fmla="*/ 34 h 61"/>
                <a:gd name="T4" fmla="*/ 34 w 45"/>
                <a:gd name="T5" fmla="*/ 0 h 61"/>
                <a:gd name="T6" fmla="*/ 11 w 45"/>
                <a:gd name="T7" fmla="*/ 0 h 61"/>
                <a:gd name="T8" fmla="*/ 0 w 45"/>
                <a:gd name="T9" fmla="*/ 34 h 61"/>
                <a:gd name="T10" fmla="*/ 23 w 45"/>
                <a:gd name="T11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61">
                  <a:moveTo>
                    <a:pt x="23" y="61"/>
                  </a:moveTo>
                  <a:lnTo>
                    <a:pt x="45" y="34"/>
                  </a:lnTo>
                  <a:lnTo>
                    <a:pt x="34" y="0"/>
                  </a:lnTo>
                  <a:lnTo>
                    <a:pt x="11" y="0"/>
                  </a:lnTo>
                  <a:lnTo>
                    <a:pt x="0" y="34"/>
                  </a:lnTo>
                  <a:lnTo>
                    <a:pt x="23" y="61"/>
                  </a:lnTo>
                  <a:close/>
                </a:path>
              </a:pathLst>
            </a:custGeom>
            <a:solidFill>
              <a:srgbClr val="23A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69" name="Freeform 23"/>
            <p:cNvSpPr/>
            <p:nvPr/>
          </p:nvSpPr>
          <p:spPr bwMode="auto">
            <a:xfrm>
              <a:off x="5146675" y="1401763"/>
              <a:ext cx="465138" cy="568325"/>
            </a:xfrm>
            <a:custGeom>
              <a:avLst/>
              <a:gdLst>
                <a:gd name="T0" fmla="*/ 150 w 163"/>
                <a:gd name="T1" fmla="*/ 0 h 199"/>
                <a:gd name="T2" fmla="*/ 113 w 163"/>
                <a:gd name="T3" fmla="*/ 50 h 199"/>
                <a:gd name="T4" fmla="*/ 75 w 163"/>
                <a:gd name="T5" fmla="*/ 0 h 199"/>
                <a:gd name="T6" fmla="*/ 0 w 163"/>
                <a:gd name="T7" fmla="*/ 108 h 199"/>
                <a:gd name="T8" fmla="*/ 0 w 163"/>
                <a:gd name="T9" fmla="*/ 176 h 199"/>
                <a:gd name="T10" fmla="*/ 0 w 163"/>
                <a:gd name="T11" fmla="*/ 176 h 199"/>
                <a:gd name="T12" fmla="*/ 113 w 163"/>
                <a:gd name="T13" fmla="*/ 199 h 199"/>
                <a:gd name="T14" fmla="*/ 114 w 163"/>
                <a:gd name="T15" fmla="*/ 199 h 199"/>
                <a:gd name="T16" fmla="*/ 114 w 163"/>
                <a:gd name="T17" fmla="*/ 124 h 199"/>
                <a:gd name="T18" fmla="*/ 163 w 163"/>
                <a:gd name="T19" fmla="*/ 6 h 199"/>
                <a:gd name="T20" fmla="*/ 150 w 163"/>
                <a:gd name="T21" fmla="*/ 0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3" h="199">
                  <a:moveTo>
                    <a:pt x="150" y="0"/>
                  </a:moveTo>
                  <a:cubicBezTo>
                    <a:pt x="113" y="50"/>
                    <a:pt x="113" y="50"/>
                    <a:pt x="113" y="5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31" y="16"/>
                    <a:pt x="0" y="58"/>
                    <a:pt x="0" y="108"/>
                  </a:cubicBezTo>
                  <a:cubicBezTo>
                    <a:pt x="0" y="176"/>
                    <a:pt x="0" y="176"/>
                    <a:pt x="0" y="176"/>
                  </a:cubicBezTo>
                  <a:cubicBezTo>
                    <a:pt x="0" y="176"/>
                    <a:pt x="0" y="176"/>
                    <a:pt x="0" y="176"/>
                  </a:cubicBezTo>
                  <a:cubicBezTo>
                    <a:pt x="2" y="189"/>
                    <a:pt x="52" y="199"/>
                    <a:pt x="113" y="199"/>
                  </a:cubicBezTo>
                  <a:cubicBezTo>
                    <a:pt x="113" y="199"/>
                    <a:pt x="114" y="199"/>
                    <a:pt x="114" y="199"/>
                  </a:cubicBezTo>
                  <a:cubicBezTo>
                    <a:pt x="114" y="124"/>
                    <a:pt x="114" y="124"/>
                    <a:pt x="114" y="124"/>
                  </a:cubicBezTo>
                  <a:cubicBezTo>
                    <a:pt x="114" y="78"/>
                    <a:pt x="133" y="36"/>
                    <a:pt x="163" y="6"/>
                  </a:cubicBezTo>
                  <a:cubicBezTo>
                    <a:pt x="159" y="3"/>
                    <a:pt x="155" y="2"/>
                    <a:pt x="150" y="0"/>
                  </a:cubicBezTo>
                  <a:close/>
                </a:path>
              </a:pathLst>
            </a:custGeom>
            <a:solidFill>
              <a:srgbClr val="23A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70" name="Freeform 24"/>
            <p:cNvSpPr/>
            <p:nvPr/>
          </p:nvSpPr>
          <p:spPr bwMode="auto">
            <a:xfrm>
              <a:off x="5438775" y="1381126"/>
              <a:ext cx="61913" cy="41275"/>
            </a:xfrm>
            <a:custGeom>
              <a:avLst/>
              <a:gdLst>
                <a:gd name="T0" fmla="*/ 18 w 22"/>
                <a:gd name="T1" fmla="*/ 14 h 14"/>
                <a:gd name="T2" fmla="*/ 22 w 22"/>
                <a:gd name="T3" fmla="*/ 1 h 14"/>
                <a:gd name="T4" fmla="*/ 11 w 22"/>
                <a:gd name="T5" fmla="*/ 0 h 14"/>
                <a:gd name="T6" fmla="*/ 0 w 22"/>
                <a:gd name="T7" fmla="*/ 1 h 14"/>
                <a:gd name="T8" fmla="*/ 5 w 22"/>
                <a:gd name="T9" fmla="*/ 14 h 14"/>
                <a:gd name="T10" fmla="*/ 18 w 22"/>
                <a:gd name="T11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14">
                  <a:moveTo>
                    <a:pt x="18" y="14"/>
                  </a:moveTo>
                  <a:cubicBezTo>
                    <a:pt x="18" y="14"/>
                    <a:pt x="22" y="9"/>
                    <a:pt x="22" y="1"/>
                  </a:cubicBezTo>
                  <a:cubicBezTo>
                    <a:pt x="18" y="0"/>
                    <a:pt x="15" y="0"/>
                    <a:pt x="11" y="0"/>
                  </a:cubicBezTo>
                  <a:cubicBezTo>
                    <a:pt x="7" y="0"/>
                    <a:pt x="4" y="0"/>
                    <a:pt x="0" y="1"/>
                  </a:cubicBezTo>
                  <a:cubicBezTo>
                    <a:pt x="0" y="1"/>
                    <a:pt x="0" y="8"/>
                    <a:pt x="5" y="14"/>
                  </a:cubicBezTo>
                  <a:cubicBezTo>
                    <a:pt x="5" y="14"/>
                    <a:pt x="13" y="14"/>
                    <a:pt x="18" y="14"/>
                  </a:cubicBezTo>
                  <a:close/>
                </a:path>
              </a:pathLst>
            </a:custGeom>
            <a:solidFill>
              <a:srgbClr val="23A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71" name="Oval 25"/>
            <p:cNvSpPr>
              <a:spLocks noChangeArrowheads="1"/>
            </p:cNvSpPr>
            <p:nvPr/>
          </p:nvSpPr>
          <p:spPr bwMode="auto">
            <a:xfrm>
              <a:off x="5267325" y="966788"/>
              <a:ext cx="401638" cy="403225"/>
            </a:xfrm>
            <a:prstGeom prst="ellipse">
              <a:avLst/>
            </a:prstGeom>
            <a:solidFill>
              <a:srgbClr val="23A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72" name="Freeform 26"/>
            <p:cNvSpPr/>
            <p:nvPr/>
          </p:nvSpPr>
          <p:spPr bwMode="auto">
            <a:xfrm>
              <a:off x="6386513" y="1381126"/>
              <a:ext cx="61913" cy="41275"/>
            </a:xfrm>
            <a:custGeom>
              <a:avLst/>
              <a:gdLst>
                <a:gd name="T0" fmla="*/ 17 w 22"/>
                <a:gd name="T1" fmla="*/ 14 h 14"/>
                <a:gd name="T2" fmla="*/ 22 w 22"/>
                <a:gd name="T3" fmla="*/ 1 h 14"/>
                <a:gd name="T4" fmla="*/ 11 w 22"/>
                <a:gd name="T5" fmla="*/ 0 h 14"/>
                <a:gd name="T6" fmla="*/ 0 w 22"/>
                <a:gd name="T7" fmla="*/ 1 h 14"/>
                <a:gd name="T8" fmla="*/ 5 w 22"/>
                <a:gd name="T9" fmla="*/ 14 h 14"/>
                <a:gd name="T10" fmla="*/ 17 w 22"/>
                <a:gd name="T11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14">
                  <a:moveTo>
                    <a:pt x="17" y="14"/>
                  </a:moveTo>
                  <a:cubicBezTo>
                    <a:pt x="17" y="14"/>
                    <a:pt x="22" y="9"/>
                    <a:pt x="22" y="1"/>
                  </a:cubicBezTo>
                  <a:cubicBezTo>
                    <a:pt x="18" y="0"/>
                    <a:pt x="15" y="0"/>
                    <a:pt x="11" y="0"/>
                  </a:cubicBezTo>
                  <a:cubicBezTo>
                    <a:pt x="7" y="0"/>
                    <a:pt x="4" y="0"/>
                    <a:pt x="0" y="1"/>
                  </a:cubicBezTo>
                  <a:cubicBezTo>
                    <a:pt x="0" y="1"/>
                    <a:pt x="0" y="8"/>
                    <a:pt x="5" y="14"/>
                  </a:cubicBezTo>
                  <a:cubicBezTo>
                    <a:pt x="5" y="14"/>
                    <a:pt x="13" y="14"/>
                    <a:pt x="17" y="14"/>
                  </a:cubicBezTo>
                  <a:close/>
                </a:path>
              </a:pathLst>
            </a:custGeom>
            <a:solidFill>
              <a:srgbClr val="A6C8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73" name="Freeform 27"/>
            <p:cNvSpPr/>
            <p:nvPr/>
          </p:nvSpPr>
          <p:spPr bwMode="auto">
            <a:xfrm>
              <a:off x="6380163" y="1427163"/>
              <a:ext cx="71438" cy="96838"/>
            </a:xfrm>
            <a:custGeom>
              <a:avLst/>
              <a:gdLst>
                <a:gd name="T0" fmla="*/ 24 w 45"/>
                <a:gd name="T1" fmla="*/ 61 h 61"/>
                <a:gd name="T2" fmla="*/ 45 w 45"/>
                <a:gd name="T3" fmla="*/ 34 h 61"/>
                <a:gd name="T4" fmla="*/ 34 w 45"/>
                <a:gd name="T5" fmla="*/ 0 h 61"/>
                <a:gd name="T6" fmla="*/ 11 w 45"/>
                <a:gd name="T7" fmla="*/ 0 h 61"/>
                <a:gd name="T8" fmla="*/ 0 w 45"/>
                <a:gd name="T9" fmla="*/ 34 h 61"/>
                <a:gd name="T10" fmla="*/ 24 w 45"/>
                <a:gd name="T11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61">
                  <a:moveTo>
                    <a:pt x="24" y="61"/>
                  </a:moveTo>
                  <a:lnTo>
                    <a:pt x="45" y="34"/>
                  </a:lnTo>
                  <a:lnTo>
                    <a:pt x="34" y="0"/>
                  </a:lnTo>
                  <a:lnTo>
                    <a:pt x="11" y="0"/>
                  </a:lnTo>
                  <a:lnTo>
                    <a:pt x="0" y="34"/>
                  </a:lnTo>
                  <a:lnTo>
                    <a:pt x="24" y="61"/>
                  </a:lnTo>
                  <a:close/>
                </a:path>
              </a:pathLst>
            </a:custGeom>
            <a:solidFill>
              <a:srgbClr val="A6C8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74" name="Oval 28"/>
            <p:cNvSpPr>
              <a:spLocks noChangeArrowheads="1"/>
            </p:cNvSpPr>
            <p:nvPr/>
          </p:nvSpPr>
          <p:spPr bwMode="auto">
            <a:xfrm>
              <a:off x="6215063" y="966788"/>
              <a:ext cx="403225" cy="403225"/>
            </a:xfrm>
            <a:prstGeom prst="ellipse">
              <a:avLst/>
            </a:prstGeom>
            <a:solidFill>
              <a:srgbClr val="A6C8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75" name="Freeform 29"/>
            <p:cNvSpPr/>
            <p:nvPr/>
          </p:nvSpPr>
          <p:spPr bwMode="auto">
            <a:xfrm>
              <a:off x="6272213" y="1401763"/>
              <a:ext cx="465138" cy="568325"/>
            </a:xfrm>
            <a:custGeom>
              <a:avLst/>
              <a:gdLst>
                <a:gd name="T0" fmla="*/ 88 w 163"/>
                <a:gd name="T1" fmla="*/ 0 h 199"/>
                <a:gd name="T2" fmla="*/ 51 w 163"/>
                <a:gd name="T3" fmla="*/ 50 h 199"/>
                <a:gd name="T4" fmla="*/ 13 w 163"/>
                <a:gd name="T5" fmla="*/ 0 h 199"/>
                <a:gd name="T6" fmla="*/ 0 w 163"/>
                <a:gd name="T7" fmla="*/ 6 h 199"/>
                <a:gd name="T8" fmla="*/ 49 w 163"/>
                <a:gd name="T9" fmla="*/ 124 h 199"/>
                <a:gd name="T10" fmla="*/ 49 w 163"/>
                <a:gd name="T11" fmla="*/ 199 h 199"/>
                <a:gd name="T12" fmla="*/ 51 w 163"/>
                <a:gd name="T13" fmla="*/ 199 h 199"/>
                <a:gd name="T14" fmla="*/ 163 w 163"/>
                <a:gd name="T15" fmla="*/ 176 h 199"/>
                <a:gd name="T16" fmla="*/ 163 w 163"/>
                <a:gd name="T17" fmla="*/ 176 h 199"/>
                <a:gd name="T18" fmla="*/ 163 w 163"/>
                <a:gd name="T19" fmla="*/ 108 h 199"/>
                <a:gd name="T20" fmla="*/ 88 w 163"/>
                <a:gd name="T21" fmla="*/ 0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3" h="199">
                  <a:moveTo>
                    <a:pt x="88" y="0"/>
                  </a:moveTo>
                  <a:cubicBezTo>
                    <a:pt x="51" y="50"/>
                    <a:pt x="51" y="50"/>
                    <a:pt x="51" y="5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2"/>
                    <a:pt x="4" y="3"/>
                    <a:pt x="0" y="6"/>
                  </a:cubicBezTo>
                  <a:cubicBezTo>
                    <a:pt x="30" y="36"/>
                    <a:pt x="49" y="78"/>
                    <a:pt x="49" y="124"/>
                  </a:cubicBezTo>
                  <a:cubicBezTo>
                    <a:pt x="49" y="199"/>
                    <a:pt x="49" y="199"/>
                    <a:pt x="49" y="199"/>
                  </a:cubicBezTo>
                  <a:cubicBezTo>
                    <a:pt x="50" y="199"/>
                    <a:pt x="50" y="199"/>
                    <a:pt x="51" y="199"/>
                  </a:cubicBezTo>
                  <a:cubicBezTo>
                    <a:pt x="112" y="199"/>
                    <a:pt x="161" y="189"/>
                    <a:pt x="163" y="176"/>
                  </a:cubicBezTo>
                  <a:cubicBezTo>
                    <a:pt x="163" y="176"/>
                    <a:pt x="163" y="176"/>
                    <a:pt x="163" y="176"/>
                  </a:cubicBezTo>
                  <a:cubicBezTo>
                    <a:pt x="163" y="108"/>
                    <a:pt x="163" y="108"/>
                    <a:pt x="163" y="108"/>
                  </a:cubicBezTo>
                  <a:cubicBezTo>
                    <a:pt x="163" y="58"/>
                    <a:pt x="132" y="16"/>
                    <a:pt x="88" y="0"/>
                  </a:cubicBezTo>
                  <a:close/>
                </a:path>
              </a:pathLst>
            </a:custGeom>
            <a:solidFill>
              <a:srgbClr val="A6C8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</p:grpSp>
      <p:sp>
        <p:nvSpPr>
          <p:cNvPr id="77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156864" y="2165479"/>
            <a:ext cx="459688" cy="679389"/>
          </a:xfrm>
        </p:spPr>
        <p:txBody>
          <a:bodyPr>
            <a:noAutofit/>
          </a:bodyPr>
          <a:lstStyle>
            <a:lvl1pPr marL="0" indent="0">
              <a:buNone/>
              <a:defRPr lang="en-US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 dirty="0"/>
              <a:t>第</a:t>
            </a:r>
            <a:endParaRPr lang="en-US" dirty="0"/>
          </a:p>
        </p:txBody>
      </p:sp>
      <p:sp>
        <p:nvSpPr>
          <p:cNvPr id="78" name="Content Placeholder 3"/>
          <p:cNvSpPr>
            <a:spLocks noGrp="1"/>
          </p:cNvSpPr>
          <p:nvPr>
            <p:ph sz="half" idx="13" hasCustomPrompt="1"/>
          </p:nvPr>
        </p:nvSpPr>
        <p:spPr>
          <a:xfrm>
            <a:off x="5772089" y="1835597"/>
            <a:ext cx="731080" cy="987432"/>
          </a:xfrm>
        </p:spPr>
        <p:txBody>
          <a:bodyPr>
            <a:noAutofit/>
          </a:bodyPr>
          <a:lstStyle>
            <a:lvl1pPr marL="0" indent="0">
              <a:buNone/>
              <a:defRPr lang="en-US" sz="5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altLang="zh-CN" dirty="0"/>
              <a:t>1</a:t>
            </a:r>
            <a:endParaRPr lang="en-US" dirty="0"/>
          </a:p>
        </p:txBody>
      </p:sp>
      <p:sp>
        <p:nvSpPr>
          <p:cNvPr id="79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6630947" y="2161839"/>
            <a:ext cx="459688" cy="679389"/>
          </a:xfrm>
        </p:spPr>
        <p:txBody>
          <a:bodyPr>
            <a:noAutofit/>
          </a:bodyPr>
          <a:lstStyle>
            <a:lvl1pPr marL="0" indent="0">
              <a:buNone/>
              <a:defRPr lang="en-US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 dirty="0"/>
              <a:t>章</a:t>
            </a:r>
            <a:endParaRPr lang="en-US" dirty="0"/>
          </a:p>
        </p:txBody>
      </p:sp>
      <p:sp>
        <p:nvSpPr>
          <p:cNvPr id="80" name="Content Placeholder 3"/>
          <p:cNvSpPr>
            <a:spLocks noGrp="1"/>
          </p:cNvSpPr>
          <p:nvPr>
            <p:ph sz="half" idx="15" hasCustomPrompt="1"/>
          </p:nvPr>
        </p:nvSpPr>
        <p:spPr>
          <a:xfrm>
            <a:off x="5049893" y="3107080"/>
            <a:ext cx="2235430" cy="987432"/>
          </a:xfrm>
        </p:spPr>
        <p:txBody>
          <a:bodyPr>
            <a:noAutofit/>
          </a:bodyPr>
          <a:lstStyle>
            <a:lvl1pPr marL="0" indent="0" algn="ctr">
              <a:buNone/>
              <a:defRPr lang="en-US" sz="4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 dirty="0"/>
              <a:t>课题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图片 7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09113" y="0"/>
            <a:ext cx="12300319" cy="6858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309" y="6354879"/>
            <a:ext cx="2743557" cy="365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1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3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7438143-A4ED-4F8A-8C09-009E9A44FD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26" y="6354879"/>
            <a:ext cx="4115336" cy="365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1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3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1721" y="6354879"/>
            <a:ext cx="2743557" cy="365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1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3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CDD0AE-3034-4B21-87A9-808C60475CB9}" type="slidenum">
              <a:rPr lang="zh-CN" altLang="en-US" smtClean="0"/>
            </a:fld>
            <a:endParaRPr lang="zh-CN" altLang="en-US"/>
          </a:p>
        </p:txBody>
      </p:sp>
      <p:sp>
        <p:nvSpPr>
          <p:cNvPr id="8" name="椭圆 7"/>
          <p:cNvSpPr/>
          <p:nvPr userDrawn="1"/>
        </p:nvSpPr>
        <p:spPr>
          <a:xfrm>
            <a:off x="4243690" y="1345785"/>
            <a:ext cx="3779222" cy="3780589"/>
          </a:xfrm>
          <a:prstGeom prst="ellipse">
            <a:avLst/>
          </a:prstGeom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2028569" y="3298008"/>
            <a:ext cx="474234" cy="1"/>
          </a:xfrm>
          <a:prstGeom prst="line">
            <a:avLst/>
          </a:prstGeom>
          <a:ln w="12700">
            <a:solidFill>
              <a:schemeClr val="accent4">
                <a:lumMod val="60000"/>
                <a:lumOff val="40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/>
        </p:nvCxnSpPr>
        <p:spPr>
          <a:xfrm>
            <a:off x="1555741" y="3298008"/>
            <a:ext cx="474234" cy="1"/>
          </a:xfrm>
          <a:prstGeom prst="line">
            <a:avLst/>
          </a:prstGeom>
          <a:ln w="12700">
            <a:solidFill>
              <a:schemeClr val="accent4">
                <a:lumMod val="60000"/>
                <a:lumOff val="40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/>
          <p:cNvSpPr/>
          <p:nvPr userDrawn="1"/>
        </p:nvSpPr>
        <p:spPr>
          <a:xfrm>
            <a:off x="1520982" y="3275140"/>
            <a:ext cx="45713" cy="45730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sp>
        <p:nvSpPr>
          <p:cNvPr id="13" name="椭圆 12"/>
          <p:cNvSpPr/>
          <p:nvPr userDrawn="1"/>
        </p:nvSpPr>
        <p:spPr>
          <a:xfrm>
            <a:off x="2502805" y="3275139"/>
            <a:ext cx="45713" cy="45730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sp>
        <p:nvSpPr>
          <p:cNvPr id="14" name="椭圆 13"/>
          <p:cNvSpPr/>
          <p:nvPr userDrawn="1"/>
        </p:nvSpPr>
        <p:spPr>
          <a:xfrm rot="16200000">
            <a:off x="1538372" y="2804627"/>
            <a:ext cx="980395" cy="9800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4">
                <a:lumMod val="60000"/>
                <a:lumOff val="40000"/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/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10179410" y="3296604"/>
            <a:ext cx="474234" cy="1"/>
          </a:xfrm>
          <a:prstGeom prst="line">
            <a:avLst/>
          </a:prstGeom>
          <a:ln w="12700">
            <a:solidFill>
              <a:schemeClr val="accent4">
                <a:lumMod val="60000"/>
                <a:lumOff val="40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9701820" y="3296603"/>
            <a:ext cx="474234" cy="1"/>
          </a:xfrm>
          <a:prstGeom prst="line">
            <a:avLst/>
          </a:prstGeom>
          <a:ln w="12700">
            <a:solidFill>
              <a:schemeClr val="accent4">
                <a:lumMod val="60000"/>
                <a:lumOff val="40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/>
          <p:cNvSpPr/>
          <p:nvPr userDrawn="1"/>
        </p:nvSpPr>
        <p:spPr>
          <a:xfrm>
            <a:off x="9665473" y="3273737"/>
            <a:ext cx="45713" cy="45730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sp>
        <p:nvSpPr>
          <p:cNvPr id="18" name="椭圆 17"/>
          <p:cNvSpPr/>
          <p:nvPr userDrawn="1"/>
        </p:nvSpPr>
        <p:spPr>
          <a:xfrm>
            <a:off x="10653646" y="3278499"/>
            <a:ext cx="45713" cy="45730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sp>
        <p:nvSpPr>
          <p:cNvPr id="19" name="椭圆 18"/>
          <p:cNvSpPr/>
          <p:nvPr userDrawn="1"/>
        </p:nvSpPr>
        <p:spPr>
          <a:xfrm rot="16200000">
            <a:off x="9689213" y="2803222"/>
            <a:ext cx="980395" cy="9800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4">
                <a:lumMod val="60000"/>
                <a:lumOff val="40000"/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cxnSp>
        <p:nvCxnSpPr>
          <p:cNvPr id="20" name="直接连接符 19"/>
          <p:cNvCxnSpPr/>
          <p:nvPr userDrawn="1"/>
        </p:nvCxnSpPr>
        <p:spPr>
          <a:xfrm>
            <a:off x="2518592" y="3298006"/>
            <a:ext cx="290919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/>
          <p:cNvSpPr/>
          <p:nvPr userDrawn="1"/>
        </p:nvSpPr>
        <p:spPr>
          <a:xfrm>
            <a:off x="2759511" y="3245607"/>
            <a:ext cx="99999" cy="100035"/>
          </a:xfrm>
          <a:prstGeom prst="ellipse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cxnSp>
        <p:nvCxnSpPr>
          <p:cNvPr id="22" name="直接连接符 21"/>
          <p:cNvCxnSpPr/>
          <p:nvPr userDrawn="1"/>
        </p:nvCxnSpPr>
        <p:spPr>
          <a:xfrm>
            <a:off x="2809509" y="3298008"/>
            <a:ext cx="3285696" cy="632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 flipH="1">
            <a:off x="9390515" y="3296098"/>
            <a:ext cx="307951" cy="2543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椭圆 23"/>
          <p:cNvSpPr/>
          <p:nvPr userDrawn="1"/>
        </p:nvSpPr>
        <p:spPr>
          <a:xfrm rot="10800000">
            <a:off x="9340513" y="3245763"/>
            <a:ext cx="99999" cy="100035"/>
          </a:xfrm>
          <a:prstGeom prst="ellipse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cxnSp>
        <p:nvCxnSpPr>
          <p:cNvPr id="25" name="直接连接符 24"/>
          <p:cNvCxnSpPr/>
          <p:nvPr userDrawn="1"/>
        </p:nvCxnSpPr>
        <p:spPr>
          <a:xfrm flipH="1">
            <a:off x="6095207" y="3297051"/>
            <a:ext cx="3295308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stCxn id="8" idx="7"/>
          </p:cNvCxnSpPr>
          <p:nvPr userDrawn="1"/>
        </p:nvCxnSpPr>
        <p:spPr>
          <a:xfrm flipH="1">
            <a:off x="6095207" y="1899439"/>
            <a:ext cx="1374252" cy="1396658"/>
          </a:xfrm>
          <a:prstGeom prst="line">
            <a:avLst/>
          </a:prstGeom>
          <a:ln w="12700">
            <a:solidFill>
              <a:schemeClr val="accent4">
                <a:lumMod val="60000"/>
                <a:lumOff val="40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>
            <a:stCxn id="8" idx="3"/>
          </p:cNvCxnSpPr>
          <p:nvPr userDrawn="1"/>
        </p:nvCxnSpPr>
        <p:spPr>
          <a:xfrm flipV="1">
            <a:off x="4797145" y="3296098"/>
            <a:ext cx="1298062" cy="1276623"/>
          </a:xfrm>
          <a:prstGeom prst="line">
            <a:avLst/>
          </a:prstGeom>
          <a:ln w="12700">
            <a:solidFill>
              <a:schemeClr val="accent4">
                <a:lumMod val="60000"/>
                <a:lumOff val="40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 userDrawn="1"/>
        </p:nvCxnSpPr>
        <p:spPr>
          <a:xfrm flipH="1" flipV="1">
            <a:off x="6098563" y="3301367"/>
            <a:ext cx="1319188" cy="1150895"/>
          </a:xfrm>
          <a:prstGeom prst="line">
            <a:avLst/>
          </a:prstGeom>
          <a:ln w="12700">
            <a:solidFill>
              <a:schemeClr val="accent4">
                <a:lumMod val="60000"/>
                <a:lumOff val="40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>
            <a:endCxn id="34" idx="1"/>
          </p:cNvCxnSpPr>
          <p:nvPr userDrawn="1"/>
        </p:nvCxnSpPr>
        <p:spPr>
          <a:xfrm flipH="1" flipV="1">
            <a:off x="4876715" y="1977562"/>
            <a:ext cx="1221847" cy="1315682"/>
          </a:xfrm>
          <a:prstGeom prst="line">
            <a:avLst/>
          </a:prstGeom>
          <a:ln w="12700">
            <a:solidFill>
              <a:schemeClr val="accent4">
                <a:lumMod val="60000"/>
                <a:lumOff val="40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椭圆 29"/>
          <p:cNvSpPr/>
          <p:nvPr userDrawn="1"/>
        </p:nvSpPr>
        <p:spPr>
          <a:xfrm>
            <a:off x="2751996" y="3216892"/>
            <a:ext cx="152644" cy="152699"/>
          </a:xfrm>
          <a:prstGeom prst="ellipse">
            <a:avLst/>
          </a:prstGeom>
          <a:solidFill>
            <a:srgbClr val="FFA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sp>
        <p:nvSpPr>
          <p:cNvPr id="31" name="椭圆 30"/>
          <p:cNvSpPr/>
          <p:nvPr userDrawn="1"/>
        </p:nvSpPr>
        <p:spPr>
          <a:xfrm>
            <a:off x="9279749" y="3198088"/>
            <a:ext cx="160762" cy="160819"/>
          </a:xfrm>
          <a:prstGeom prst="ellipse">
            <a:avLst/>
          </a:prstGeom>
          <a:solidFill>
            <a:srgbClr val="FFA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sp>
        <p:nvSpPr>
          <p:cNvPr id="32" name="椭圆 31"/>
          <p:cNvSpPr/>
          <p:nvPr userDrawn="1"/>
        </p:nvSpPr>
        <p:spPr>
          <a:xfrm>
            <a:off x="4753518" y="4534766"/>
            <a:ext cx="99999" cy="100035"/>
          </a:xfrm>
          <a:prstGeom prst="ellipse">
            <a:avLst/>
          </a:prstGeom>
          <a:solidFill>
            <a:schemeClr val="accent4">
              <a:lumMod val="60000"/>
              <a:lumOff val="4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sp>
        <p:nvSpPr>
          <p:cNvPr id="33" name="椭圆 32"/>
          <p:cNvSpPr/>
          <p:nvPr userDrawn="1"/>
        </p:nvSpPr>
        <p:spPr>
          <a:xfrm>
            <a:off x="7419459" y="1856848"/>
            <a:ext cx="99999" cy="100035"/>
          </a:xfrm>
          <a:prstGeom prst="ellipse">
            <a:avLst/>
          </a:prstGeom>
          <a:solidFill>
            <a:schemeClr val="accent4">
              <a:lumMod val="60000"/>
              <a:lumOff val="4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sp>
        <p:nvSpPr>
          <p:cNvPr id="34" name="椭圆 33"/>
          <p:cNvSpPr/>
          <p:nvPr userDrawn="1"/>
        </p:nvSpPr>
        <p:spPr>
          <a:xfrm>
            <a:off x="4359552" y="1460211"/>
            <a:ext cx="3531404" cy="3532682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sp>
        <p:nvSpPr>
          <p:cNvPr id="35" name="椭圆 34"/>
          <p:cNvSpPr/>
          <p:nvPr userDrawn="1"/>
        </p:nvSpPr>
        <p:spPr>
          <a:xfrm>
            <a:off x="4837648" y="1950264"/>
            <a:ext cx="99999" cy="100035"/>
          </a:xfrm>
          <a:prstGeom prst="ellipse">
            <a:avLst/>
          </a:prstGeom>
          <a:solidFill>
            <a:schemeClr val="accent4">
              <a:lumMod val="60000"/>
              <a:lumOff val="4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sp>
        <p:nvSpPr>
          <p:cNvPr id="36" name="椭圆 35"/>
          <p:cNvSpPr/>
          <p:nvPr userDrawn="1"/>
        </p:nvSpPr>
        <p:spPr>
          <a:xfrm>
            <a:off x="7321627" y="4425184"/>
            <a:ext cx="99999" cy="100035"/>
          </a:xfrm>
          <a:prstGeom prst="ellipse">
            <a:avLst/>
          </a:prstGeom>
          <a:solidFill>
            <a:schemeClr val="accent4">
              <a:lumMod val="60000"/>
              <a:lumOff val="4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grpSp>
        <p:nvGrpSpPr>
          <p:cNvPr id="38" name="组合 37"/>
          <p:cNvGrpSpPr/>
          <p:nvPr userDrawn="1"/>
        </p:nvGrpSpPr>
        <p:grpSpPr>
          <a:xfrm>
            <a:off x="4530223" y="1623699"/>
            <a:ext cx="3239579" cy="3240750"/>
            <a:chOff x="4514099" y="1605805"/>
            <a:chExt cx="3240000" cy="3240000"/>
          </a:xfrm>
        </p:grpSpPr>
        <p:sp>
          <p:nvSpPr>
            <p:cNvPr id="39" name="椭圆 38"/>
            <p:cNvSpPr/>
            <p:nvPr/>
          </p:nvSpPr>
          <p:spPr>
            <a:xfrm>
              <a:off x="4514099" y="1605805"/>
              <a:ext cx="3240000" cy="3240000"/>
            </a:xfrm>
            <a:prstGeom prst="ellipse">
              <a:avLst/>
            </a:prstGeom>
            <a:solidFill>
              <a:srgbClr val="595959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4519776" y="3660819"/>
              <a:ext cx="3224090" cy="4615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cxnSp>
        <p:nvCxnSpPr>
          <p:cNvPr id="45" name="直接连接符 44"/>
          <p:cNvCxnSpPr>
            <a:stCxn id="19" idx="4"/>
          </p:cNvCxnSpPr>
          <p:nvPr userDrawn="1"/>
        </p:nvCxnSpPr>
        <p:spPr>
          <a:xfrm flipV="1">
            <a:off x="10669431" y="3293243"/>
            <a:ext cx="1666107" cy="1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 userDrawn="1"/>
        </p:nvCxnSpPr>
        <p:spPr>
          <a:xfrm flipV="1">
            <a:off x="-122027" y="3293243"/>
            <a:ext cx="1666107" cy="1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椭圆 46"/>
          <p:cNvSpPr/>
          <p:nvPr userDrawn="1"/>
        </p:nvSpPr>
        <p:spPr>
          <a:xfrm>
            <a:off x="586701" y="3149569"/>
            <a:ext cx="287243" cy="287347"/>
          </a:xfrm>
          <a:prstGeom prst="ellipse">
            <a:avLst/>
          </a:prstGeom>
          <a:solidFill>
            <a:srgbClr val="FFA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sp>
        <p:nvSpPr>
          <p:cNvPr id="48" name="椭圆 47"/>
          <p:cNvSpPr/>
          <p:nvPr userDrawn="1"/>
        </p:nvSpPr>
        <p:spPr>
          <a:xfrm>
            <a:off x="11328113" y="3159097"/>
            <a:ext cx="287243" cy="287347"/>
          </a:xfrm>
          <a:prstGeom prst="ellipse">
            <a:avLst/>
          </a:prstGeom>
          <a:solidFill>
            <a:srgbClr val="FFA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grpSp>
        <p:nvGrpSpPr>
          <p:cNvPr id="49" name="组合 48"/>
          <p:cNvGrpSpPr/>
          <p:nvPr userDrawn="1"/>
        </p:nvGrpSpPr>
        <p:grpSpPr>
          <a:xfrm>
            <a:off x="3785857" y="920545"/>
            <a:ext cx="4655374" cy="4664314"/>
            <a:chOff x="4095140" y="1166024"/>
            <a:chExt cx="4140000" cy="4146450"/>
          </a:xfrm>
        </p:grpSpPr>
        <p:sp>
          <p:nvSpPr>
            <p:cNvPr id="50" name="椭圆 49"/>
            <p:cNvSpPr/>
            <p:nvPr/>
          </p:nvSpPr>
          <p:spPr>
            <a:xfrm>
              <a:off x="4095140" y="1166024"/>
              <a:ext cx="4140000" cy="4140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  <p:sp>
          <p:nvSpPr>
            <p:cNvPr id="51" name="弧形 50"/>
            <p:cNvSpPr/>
            <p:nvPr/>
          </p:nvSpPr>
          <p:spPr>
            <a:xfrm>
              <a:off x="4095140" y="1172474"/>
              <a:ext cx="4140000" cy="4140000"/>
            </a:xfrm>
            <a:prstGeom prst="arc">
              <a:avLst>
                <a:gd name="adj1" fmla="val 11936969"/>
                <a:gd name="adj2" fmla="val 17475323"/>
              </a:avLst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</p:grpSp>
      <p:grpSp>
        <p:nvGrpSpPr>
          <p:cNvPr id="52" name="组合 51"/>
          <p:cNvGrpSpPr/>
          <p:nvPr userDrawn="1"/>
        </p:nvGrpSpPr>
        <p:grpSpPr>
          <a:xfrm rot="12406911">
            <a:off x="3800821" y="908679"/>
            <a:ext cx="4655374" cy="4664314"/>
            <a:chOff x="4095140" y="1166024"/>
            <a:chExt cx="4140000" cy="4146450"/>
          </a:xfrm>
        </p:grpSpPr>
        <p:sp>
          <p:nvSpPr>
            <p:cNvPr id="53" name="椭圆 52"/>
            <p:cNvSpPr/>
            <p:nvPr/>
          </p:nvSpPr>
          <p:spPr>
            <a:xfrm>
              <a:off x="4095140" y="1166024"/>
              <a:ext cx="4140000" cy="4140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  <p:sp>
          <p:nvSpPr>
            <p:cNvPr id="54" name="弧形 53"/>
            <p:cNvSpPr/>
            <p:nvPr/>
          </p:nvSpPr>
          <p:spPr>
            <a:xfrm>
              <a:off x="4095140" y="1172474"/>
              <a:ext cx="4140000" cy="4140000"/>
            </a:xfrm>
            <a:prstGeom prst="arc">
              <a:avLst>
                <a:gd name="adj1" fmla="val 14231143"/>
                <a:gd name="adj2" fmla="val 17475323"/>
              </a:avLst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</p:grpSp>
      <p:grpSp>
        <p:nvGrpSpPr>
          <p:cNvPr id="55" name="组合 54"/>
          <p:cNvGrpSpPr/>
          <p:nvPr userDrawn="1"/>
        </p:nvGrpSpPr>
        <p:grpSpPr>
          <a:xfrm rot="6181611">
            <a:off x="3773036" y="927842"/>
            <a:ext cx="4657060" cy="4662627"/>
            <a:chOff x="4095139" y="1166024"/>
            <a:chExt cx="4140001" cy="4146450"/>
          </a:xfrm>
        </p:grpSpPr>
        <p:sp>
          <p:nvSpPr>
            <p:cNvPr id="56" name="椭圆 55"/>
            <p:cNvSpPr/>
            <p:nvPr/>
          </p:nvSpPr>
          <p:spPr>
            <a:xfrm>
              <a:off x="4095139" y="1166024"/>
              <a:ext cx="4140000" cy="4140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  <p:sp>
          <p:nvSpPr>
            <p:cNvPr id="57" name="弧形 56"/>
            <p:cNvSpPr/>
            <p:nvPr/>
          </p:nvSpPr>
          <p:spPr>
            <a:xfrm>
              <a:off x="4095140" y="1172474"/>
              <a:ext cx="4140000" cy="4140000"/>
            </a:xfrm>
            <a:prstGeom prst="arc">
              <a:avLst>
                <a:gd name="adj1" fmla="val 13162649"/>
                <a:gd name="adj2" fmla="val 17475323"/>
              </a:avLst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</p:grpSp>
      <p:grpSp>
        <p:nvGrpSpPr>
          <p:cNvPr id="59" name="组合 58"/>
          <p:cNvGrpSpPr/>
          <p:nvPr userDrawn="1"/>
        </p:nvGrpSpPr>
        <p:grpSpPr>
          <a:xfrm>
            <a:off x="1722777" y="3048794"/>
            <a:ext cx="562430" cy="513471"/>
            <a:chOff x="550862" y="596106"/>
            <a:chExt cx="1495425" cy="1365250"/>
          </a:xfrm>
          <a:solidFill>
            <a:srgbClr val="FFA000"/>
          </a:solidFill>
        </p:grpSpPr>
        <p:sp>
          <p:nvSpPr>
            <p:cNvPr id="60" name="Freeform 6"/>
            <p:cNvSpPr>
              <a:spLocks noEditPoints="1"/>
            </p:cNvSpPr>
            <p:nvPr/>
          </p:nvSpPr>
          <p:spPr bwMode="auto">
            <a:xfrm>
              <a:off x="550862" y="1583531"/>
              <a:ext cx="1495425" cy="377825"/>
            </a:xfrm>
            <a:custGeom>
              <a:avLst/>
              <a:gdLst>
                <a:gd name="T0" fmla="*/ 555 w 557"/>
                <a:gd name="T1" fmla="*/ 113 h 141"/>
                <a:gd name="T2" fmla="*/ 554 w 557"/>
                <a:gd name="T3" fmla="*/ 109 h 141"/>
                <a:gd name="T4" fmla="*/ 513 w 557"/>
                <a:gd name="T5" fmla="*/ 23 h 141"/>
                <a:gd name="T6" fmla="*/ 490 w 557"/>
                <a:gd name="T7" fmla="*/ 0 h 141"/>
                <a:gd name="T8" fmla="*/ 69 w 557"/>
                <a:gd name="T9" fmla="*/ 0 h 141"/>
                <a:gd name="T10" fmla="*/ 46 w 557"/>
                <a:gd name="T11" fmla="*/ 23 h 141"/>
                <a:gd name="T12" fmla="*/ 4 w 557"/>
                <a:gd name="T13" fmla="*/ 109 h 141"/>
                <a:gd name="T14" fmla="*/ 0 w 557"/>
                <a:gd name="T15" fmla="*/ 121 h 141"/>
                <a:gd name="T16" fmla="*/ 22 w 557"/>
                <a:gd name="T17" fmla="*/ 141 h 141"/>
                <a:gd name="T18" fmla="*/ 535 w 557"/>
                <a:gd name="T19" fmla="*/ 141 h 141"/>
                <a:gd name="T20" fmla="*/ 557 w 557"/>
                <a:gd name="T21" fmla="*/ 121 h 141"/>
                <a:gd name="T22" fmla="*/ 555 w 557"/>
                <a:gd name="T23" fmla="*/ 113 h 141"/>
                <a:gd name="T24" fmla="*/ 327 w 557"/>
                <a:gd name="T25" fmla="*/ 128 h 141"/>
                <a:gd name="T26" fmla="*/ 230 w 557"/>
                <a:gd name="T27" fmla="*/ 128 h 141"/>
                <a:gd name="T28" fmla="*/ 225 w 557"/>
                <a:gd name="T29" fmla="*/ 123 h 141"/>
                <a:gd name="T30" fmla="*/ 230 w 557"/>
                <a:gd name="T31" fmla="*/ 118 h 141"/>
                <a:gd name="T32" fmla="*/ 327 w 557"/>
                <a:gd name="T33" fmla="*/ 118 h 141"/>
                <a:gd name="T34" fmla="*/ 332 w 557"/>
                <a:gd name="T35" fmla="*/ 123 h 141"/>
                <a:gd name="T36" fmla="*/ 327 w 557"/>
                <a:gd name="T37" fmla="*/ 128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57" h="141">
                  <a:moveTo>
                    <a:pt x="555" y="113"/>
                  </a:moveTo>
                  <a:cubicBezTo>
                    <a:pt x="555" y="112"/>
                    <a:pt x="555" y="111"/>
                    <a:pt x="554" y="109"/>
                  </a:cubicBezTo>
                  <a:cubicBezTo>
                    <a:pt x="513" y="23"/>
                    <a:pt x="513" y="23"/>
                    <a:pt x="513" y="23"/>
                  </a:cubicBezTo>
                  <a:cubicBezTo>
                    <a:pt x="506" y="9"/>
                    <a:pt x="503" y="0"/>
                    <a:pt x="490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56" y="0"/>
                    <a:pt x="52" y="10"/>
                    <a:pt x="46" y="23"/>
                  </a:cubicBezTo>
                  <a:cubicBezTo>
                    <a:pt x="4" y="109"/>
                    <a:pt x="4" y="109"/>
                    <a:pt x="4" y="109"/>
                  </a:cubicBezTo>
                  <a:cubicBezTo>
                    <a:pt x="1" y="112"/>
                    <a:pt x="0" y="116"/>
                    <a:pt x="0" y="121"/>
                  </a:cubicBezTo>
                  <a:cubicBezTo>
                    <a:pt x="0" y="132"/>
                    <a:pt x="10" y="141"/>
                    <a:pt x="22" y="141"/>
                  </a:cubicBezTo>
                  <a:cubicBezTo>
                    <a:pt x="535" y="141"/>
                    <a:pt x="535" y="141"/>
                    <a:pt x="535" y="141"/>
                  </a:cubicBezTo>
                  <a:cubicBezTo>
                    <a:pt x="547" y="141"/>
                    <a:pt x="557" y="132"/>
                    <a:pt x="557" y="121"/>
                  </a:cubicBezTo>
                  <a:cubicBezTo>
                    <a:pt x="557" y="118"/>
                    <a:pt x="556" y="115"/>
                    <a:pt x="555" y="113"/>
                  </a:cubicBezTo>
                  <a:close/>
                  <a:moveTo>
                    <a:pt x="327" y="128"/>
                  </a:moveTo>
                  <a:cubicBezTo>
                    <a:pt x="230" y="128"/>
                    <a:pt x="230" y="128"/>
                    <a:pt x="230" y="128"/>
                  </a:cubicBezTo>
                  <a:cubicBezTo>
                    <a:pt x="227" y="128"/>
                    <a:pt x="225" y="126"/>
                    <a:pt x="225" y="123"/>
                  </a:cubicBezTo>
                  <a:cubicBezTo>
                    <a:pt x="225" y="120"/>
                    <a:pt x="227" y="118"/>
                    <a:pt x="230" y="118"/>
                  </a:cubicBezTo>
                  <a:cubicBezTo>
                    <a:pt x="327" y="118"/>
                    <a:pt x="327" y="118"/>
                    <a:pt x="327" y="118"/>
                  </a:cubicBezTo>
                  <a:cubicBezTo>
                    <a:pt x="329" y="118"/>
                    <a:pt x="332" y="120"/>
                    <a:pt x="332" y="123"/>
                  </a:cubicBezTo>
                  <a:cubicBezTo>
                    <a:pt x="332" y="126"/>
                    <a:pt x="329" y="128"/>
                    <a:pt x="327" y="1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61" name="Freeform 7"/>
            <p:cNvSpPr>
              <a:spLocks noEditPoints="1"/>
            </p:cNvSpPr>
            <p:nvPr/>
          </p:nvSpPr>
          <p:spPr bwMode="auto">
            <a:xfrm>
              <a:off x="1063625" y="842169"/>
              <a:ext cx="496888" cy="446088"/>
            </a:xfrm>
            <a:custGeom>
              <a:avLst/>
              <a:gdLst>
                <a:gd name="T0" fmla="*/ 161 w 185"/>
                <a:gd name="T1" fmla="*/ 97 h 166"/>
                <a:gd name="T2" fmla="*/ 47 w 185"/>
                <a:gd name="T3" fmla="*/ 166 h 166"/>
                <a:gd name="T4" fmla="*/ 2 w 185"/>
                <a:gd name="T5" fmla="*/ 111 h 166"/>
                <a:gd name="T6" fmla="*/ 116 w 185"/>
                <a:gd name="T7" fmla="*/ 0 h 166"/>
                <a:gd name="T8" fmla="*/ 146 w 185"/>
                <a:gd name="T9" fmla="*/ 20 h 166"/>
                <a:gd name="T10" fmla="*/ 44 w 185"/>
                <a:gd name="T11" fmla="*/ 98 h 166"/>
                <a:gd name="T12" fmla="*/ 44 w 185"/>
                <a:gd name="T13" fmla="*/ 108 h 166"/>
                <a:gd name="T14" fmla="*/ 70 w 185"/>
                <a:gd name="T15" fmla="*/ 129 h 166"/>
                <a:gd name="T16" fmla="*/ 157 w 185"/>
                <a:gd name="T17" fmla="*/ 81 h 166"/>
                <a:gd name="T18" fmla="*/ 161 w 185"/>
                <a:gd name="T19" fmla="*/ 97 h 166"/>
                <a:gd name="T20" fmla="*/ 109 w 185"/>
                <a:gd name="T21" fmla="*/ 29 h 166"/>
                <a:gd name="T22" fmla="*/ 104 w 185"/>
                <a:gd name="T23" fmla="*/ 24 h 166"/>
                <a:gd name="T24" fmla="*/ 47 w 185"/>
                <a:gd name="T25" fmla="*/ 78 h 166"/>
                <a:gd name="T26" fmla="*/ 109 w 185"/>
                <a:gd name="T27" fmla="*/ 29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5" h="166">
                  <a:moveTo>
                    <a:pt x="161" y="97"/>
                  </a:moveTo>
                  <a:cubicBezTo>
                    <a:pt x="137" y="128"/>
                    <a:pt x="89" y="166"/>
                    <a:pt x="47" y="166"/>
                  </a:cubicBezTo>
                  <a:cubicBezTo>
                    <a:pt x="17" y="166"/>
                    <a:pt x="2" y="139"/>
                    <a:pt x="2" y="111"/>
                  </a:cubicBezTo>
                  <a:cubicBezTo>
                    <a:pt x="0" y="56"/>
                    <a:pt x="61" y="0"/>
                    <a:pt x="116" y="0"/>
                  </a:cubicBezTo>
                  <a:cubicBezTo>
                    <a:pt x="129" y="0"/>
                    <a:pt x="146" y="3"/>
                    <a:pt x="146" y="20"/>
                  </a:cubicBezTo>
                  <a:cubicBezTo>
                    <a:pt x="146" y="41"/>
                    <a:pt x="125" y="72"/>
                    <a:pt x="44" y="98"/>
                  </a:cubicBezTo>
                  <a:cubicBezTo>
                    <a:pt x="44" y="108"/>
                    <a:pt x="44" y="108"/>
                    <a:pt x="44" y="108"/>
                  </a:cubicBezTo>
                  <a:cubicBezTo>
                    <a:pt x="42" y="124"/>
                    <a:pt x="56" y="129"/>
                    <a:pt x="70" y="129"/>
                  </a:cubicBezTo>
                  <a:cubicBezTo>
                    <a:pt x="100" y="129"/>
                    <a:pt x="135" y="98"/>
                    <a:pt x="157" y="81"/>
                  </a:cubicBezTo>
                  <a:cubicBezTo>
                    <a:pt x="157" y="81"/>
                    <a:pt x="185" y="65"/>
                    <a:pt x="161" y="97"/>
                  </a:cubicBezTo>
                  <a:close/>
                  <a:moveTo>
                    <a:pt x="109" y="29"/>
                  </a:moveTo>
                  <a:cubicBezTo>
                    <a:pt x="109" y="26"/>
                    <a:pt x="107" y="24"/>
                    <a:pt x="104" y="24"/>
                  </a:cubicBezTo>
                  <a:cubicBezTo>
                    <a:pt x="83" y="30"/>
                    <a:pt x="58" y="50"/>
                    <a:pt x="47" y="78"/>
                  </a:cubicBezTo>
                  <a:cubicBezTo>
                    <a:pt x="84" y="65"/>
                    <a:pt x="109" y="36"/>
                    <a:pt x="109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62" name="Freeform 8"/>
            <p:cNvSpPr>
              <a:spLocks noEditPoints="1"/>
            </p:cNvSpPr>
            <p:nvPr/>
          </p:nvSpPr>
          <p:spPr bwMode="auto">
            <a:xfrm>
              <a:off x="620712" y="596106"/>
              <a:ext cx="1355725" cy="944563"/>
            </a:xfrm>
            <a:custGeom>
              <a:avLst/>
              <a:gdLst>
                <a:gd name="T0" fmla="*/ 443 w 505"/>
                <a:gd name="T1" fmla="*/ 0 h 352"/>
                <a:gd name="T2" fmla="*/ 62 w 505"/>
                <a:gd name="T3" fmla="*/ 0 h 352"/>
                <a:gd name="T4" fmla="*/ 0 w 505"/>
                <a:gd name="T5" fmla="*/ 62 h 352"/>
                <a:gd name="T6" fmla="*/ 0 w 505"/>
                <a:gd name="T7" fmla="*/ 290 h 352"/>
                <a:gd name="T8" fmla="*/ 62 w 505"/>
                <a:gd name="T9" fmla="*/ 352 h 352"/>
                <a:gd name="T10" fmla="*/ 443 w 505"/>
                <a:gd name="T11" fmla="*/ 352 h 352"/>
                <a:gd name="T12" fmla="*/ 505 w 505"/>
                <a:gd name="T13" fmla="*/ 290 h 352"/>
                <a:gd name="T14" fmla="*/ 505 w 505"/>
                <a:gd name="T15" fmla="*/ 62 h 352"/>
                <a:gd name="T16" fmla="*/ 443 w 505"/>
                <a:gd name="T17" fmla="*/ 0 h 352"/>
                <a:gd name="T18" fmla="*/ 382 w 505"/>
                <a:gd name="T19" fmla="*/ 339 h 352"/>
                <a:gd name="T20" fmla="*/ 332 w 505"/>
                <a:gd name="T21" fmla="*/ 339 h 352"/>
                <a:gd name="T22" fmla="*/ 326 w 505"/>
                <a:gd name="T23" fmla="*/ 333 h 352"/>
                <a:gd name="T24" fmla="*/ 332 w 505"/>
                <a:gd name="T25" fmla="*/ 327 h 352"/>
                <a:gd name="T26" fmla="*/ 382 w 505"/>
                <a:gd name="T27" fmla="*/ 327 h 352"/>
                <a:gd name="T28" fmla="*/ 389 w 505"/>
                <a:gd name="T29" fmla="*/ 333 h 352"/>
                <a:gd name="T30" fmla="*/ 382 w 505"/>
                <a:gd name="T31" fmla="*/ 339 h 352"/>
                <a:gd name="T32" fmla="*/ 403 w 505"/>
                <a:gd name="T33" fmla="*/ 339 h 352"/>
                <a:gd name="T34" fmla="*/ 397 w 505"/>
                <a:gd name="T35" fmla="*/ 333 h 352"/>
                <a:gd name="T36" fmla="*/ 403 w 505"/>
                <a:gd name="T37" fmla="*/ 326 h 352"/>
                <a:gd name="T38" fmla="*/ 410 w 505"/>
                <a:gd name="T39" fmla="*/ 333 h 352"/>
                <a:gd name="T40" fmla="*/ 403 w 505"/>
                <a:gd name="T41" fmla="*/ 339 h 352"/>
                <a:gd name="T42" fmla="*/ 469 w 505"/>
                <a:gd name="T43" fmla="*/ 290 h 352"/>
                <a:gd name="T44" fmla="*/ 443 w 505"/>
                <a:gd name="T45" fmla="*/ 316 h 352"/>
                <a:gd name="T46" fmla="*/ 62 w 505"/>
                <a:gd name="T47" fmla="*/ 316 h 352"/>
                <a:gd name="T48" fmla="*/ 36 w 505"/>
                <a:gd name="T49" fmla="*/ 290 h 352"/>
                <a:gd name="T50" fmla="*/ 36 w 505"/>
                <a:gd name="T51" fmla="*/ 62 h 352"/>
                <a:gd name="T52" fmla="*/ 62 w 505"/>
                <a:gd name="T53" fmla="*/ 36 h 352"/>
                <a:gd name="T54" fmla="*/ 443 w 505"/>
                <a:gd name="T55" fmla="*/ 36 h 352"/>
                <a:gd name="T56" fmla="*/ 469 w 505"/>
                <a:gd name="T57" fmla="*/ 62 h 352"/>
                <a:gd name="T58" fmla="*/ 469 w 505"/>
                <a:gd name="T59" fmla="*/ 290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05" h="352">
                  <a:moveTo>
                    <a:pt x="443" y="0"/>
                  </a:moveTo>
                  <a:cubicBezTo>
                    <a:pt x="62" y="0"/>
                    <a:pt x="62" y="0"/>
                    <a:pt x="62" y="0"/>
                  </a:cubicBezTo>
                  <a:cubicBezTo>
                    <a:pt x="28" y="0"/>
                    <a:pt x="0" y="28"/>
                    <a:pt x="0" y="62"/>
                  </a:cubicBezTo>
                  <a:cubicBezTo>
                    <a:pt x="0" y="290"/>
                    <a:pt x="0" y="290"/>
                    <a:pt x="0" y="290"/>
                  </a:cubicBezTo>
                  <a:cubicBezTo>
                    <a:pt x="0" y="324"/>
                    <a:pt x="28" y="352"/>
                    <a:pt x="62" y="352"/>
                  </a:cubicBezTo>
                  <a:cubicBezTo>
                    <a:pt x="443" y="352"/>
                    <a:pt x="443" y="352"/>
                    <a:pt x="443" y="352"/>
                  </a:cubicBezTo>
                  <a:cubicBezTo>
                    <a:pt x="477" y="352"/>
                    <a:pt x="505" y="324"/>
                    <a:pt x="505" y="290"/>
                  </a:cubicBezTo>
                  <a:cubicBezTo>
                    <a:pt x="505" y="62"/>
                    <a:pt x="505" y="62"/>
                    <a:pt x="505" y="62"/>
                  </a:cubicBezTo>
                  <a:cubicBezTo>
                    <a:pt x="505" y="28"/>
                    <a:pt x="477" y="0"/>
                    <a:pt x="443" y="0"/>
                  </a:cubicBezTo>
                  <a:close/>
                  <a:moveTo>
                    <a:pt x="382" y="339"/>
                  </a:moveTo>
                  <a:cubicBezTo>
                    <a:pt x="332" y="339"/>
                    <a:pt x="332" y="339"/>
                    <a:pt x="332" y="339"/>
                  </a:cubicBezTo>
                  <a:cubicBezTo>
                    <a:pt x="329" y="339"/>
                    <a:pt x="326" y="336"/>
                    <a:pt x="326" y="333"/>
                  </a:cubicBezTo>
                  <a:cubicBezTo>
                    <a:pt x="326" y="329"/>
                    <a:pt x="329" y="327"/>
                    <a:pt x="332" y="327"/>
                  </a:cubicBezTo>
                  <a:cubicBezTo>
                    <a:pt x="382" y="327"/>
                    <a:pt x="382" y="327"/>
                    <a:pt x="382" y="327"/>
                  </a:cubicBezTo>
                  <a:cubicBezTo>
                    <a:pt x="386" y="327"/>
                    <a:pt x="389" y="329"/>
                    <a:pt x="389" y="333"/>
                  </a:cubicBezTo>
                  <a:cubicBezTo>
                    <a:pt x="389" y="336"/>
                    <a:pt x="386" y="339"/>
                    <a:pt x="382" y="339"/>
                  </a:cubicBezTo>
                  <a:close/>
                  <a:moveTo>
                    <a:pt x="403" y="339"/>
                  </a:moveTo>
                  <a:cubicBezTo>
                    <a:pt x="400" y="339"/>
                    <a:pt x="397" y="337"/>
                    <a:pt x="397" y="333"/>
                  </a:cubicBezTo>
                  <a:cubicBezTo>
                    <a:pt x="397" y="329"/>
                    <a:pt x="400" y="326"/>
                    <a:pt x="403" y="326"/>
                  </a:cubicBezTo>
                  <a:cubicBezTo>
                    <a:pt x="407" y="326"/>
                    <a:pt x="410" y="329"/>
                    <a:pt x="410" y="333"/>
                  </a:cubicBezTo>
                  <a:cubicBezTo>
                    <a:pt x="410" y="337"/>
                    <a:pt x="407" y="339"/>
                    <a:pt x="403" y="339"/>
                  </a:cubicBezTo>
                  <a:close/>
                  <a:moveTo>
                    <a:pt x="469" y="290"/>
                  </a:moveTo>
                  <a:cubicBezTo>
                    <a:pt x="469" y="304"/>
                    <a:pt x="457" y="316"/>
                    <a:pt x="443" y="316"/>
                  </a:cubicBezTo>
                  <a:cubicBezTo>
                    <a:pt x="62" y="316"/>
                    <a:pt x="62" y="316"/>
                    <a:pt x="62" y="316"/>
                  </a:cubicBezTo>
                  <a:cubicBezTo>
                    <a:pt x="48" y="316"/>
                    <a:pt x="36" y="304"/>
                    <a:pt x="36" y="290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6" y="48"/>
                    <a:pt x="48" y="36"/>
                    <a:pt x="62" y="36"/>
                  </a:cubicBezTo>
                  <a:cubicBezTo>
                    <a:pt x="443" y="36"/>
                    <a:pt x="443" y="36"/>
                    <a:pt x="443" y="36"/>
                  </a:cubicBezTo>
                  <a:cubicBezTo>
                    <a:pt x="457" y="36"/>
                    <a:pt x="469" y="48"/>
                    <a:pt x="469" y="62"/>
                  </a:cubicBezTo>
                  <a:lnTo>
                    <a:pt x="469" y="2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</p:grpSp>
      <p:grpSp>
        <p:nvGrpSpPr>
          <p:cNvPr id="63" name="组合 62"/>
          <p:cNvGrpSpPr/>
          <p:nvPr userDrawn="1"/>
        </p:nvGrpSpPr>
        <p:grpSpPr>
          <a:xfrm>
            <a:off x="9897762" y="3063066"/>
            <a:ext cx="617044" cy="519129"/>
            <a:chOff x="5146675" y="766763"/>
            <a:chExt cx="1590676" cy="1338263"/>
          </a:xfrm>
        </p:grpSpPr>
        <p:sp>
          <p:nvSpPr>
            <p:cNvPr id="64" name="Oval 18"/>
            <p:cNvSpPr>
              <a:spLocks noChangeArrowheads="1"/>
            </p:cNvSpPr>
            <p:nvPr/>
          </p:nvSpPr>
          <p:spPr bwMode="auto">
            <a:xfrm>
              <a:off x="5675313" y="766763"/>
              <a:ext cx="533400" cy="534988"/>
            </a:xfrm>
            <a:prstGeom prst="ellipse">
              <a:avLst/>
            </a:prstGeom>
            <a:solidFill>
              <a:srgbClr val="FFA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65" name="Freeform 19"/>
            <p:cNvSpPr/>
            <p:nvPr/>
          </p:nvSpPr>
          <p:spPr bwMode="auto">
            <a:xfrm>
              <a:off x="5511800" y="1344613"/>
              <a:ext cx="860425" cy="760413"/>
            </a:xfrm>
            <a:custGeom>
              <a:avLst/>
              <a:gdLst>
                <a:gd name="T0" fmla="*/ 201 w 301"/>
                <a:gd name="T1" fmla="*/ 0 h 266"/>
                <a:gd name="T2" fmla="*/ 151 w 301"/>
                <a:gd name="T3" fmla="*/ 67 h 266"/>
                <a:gd name="T4" fmla="*/ 101 w 301"/>
                <a:gd name="T5" fmla="*/ 0 h 266"/>
                <a:gd name="T6" fmla="*/ 0 w 301"/>
                <a:gd name="T7" fmla="*/ 144 h 266"/>
                <a:gd name="T8" fmla="*/ 0 w 301"/>
                <a:gd name="T9" fmla="*/ 235 h 266"/>
                <a:gd name="T10" fmla="*/ 0 w 301"/>
                <a:gd name="T11" fmla="*/ 235 h 266"/>
                <a:gd name="T12" fmla="*/ 151 w 301"/>
                <a:gd name="T13" fmla="*/ 266 h 266"/>
                <a:gd name="T14" fmla="*/ 301 w 301"/>
                <a:gd name="T15" fmla="*/ 235 h 266"/>
                <a:gd name="T16" fmla="*/ 301 w 301"/>
                <a:gd name="T17" fmla="*/ 235 h 266"/>
                <a:gd name="T18" fmla="*/ 301 w 301"/>
                <a:gd name="T19" fmla="*/ 144 h 266"/>
                <a:gd name="T20" fmla="*/ 201 w 301"/>
                <a:gd name="T21" fmla="*/ 0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01" h="266">
                  <a:moveTo>
                    <a:pt x="201" y="0"/>
                  </a:moveTo>
                  <a:cubicBezTo>
                    <a:pt x="151" y="67"/>
                    <a:pt x="151" y="67"/>
                    <a:pt x="151" y="67"/>
                  </a:cubicBezTo>
                  <a:cubicBezTo>
                    <a:pt x="101" y="0"/>
                    <a:pt x="101" y="0"/>
                    <a:pt x="101" y="0"/>
                  </a:cubicBezTo>
                  <a:cubicBezTo>
                    <a:pt x="42" y="21"/>
                    <a:pt x="0" y="78"/>
                    <a:pt x="0" y="144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3" y="252"/>
                    <a:pt x="69" y="266"/>
                    <a:pt x="151" y="266"/>
                  </a:cubicBezTo>
                  <a:cubicBezTo>
                    <a:pt x="232" y="266"/>
                    <a:pt x="298" y="252"/>
                    <a:pt x="301" y="235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301" y="144"/>
                    <a:pt x="301" y="144"/>
                    <a:pt x="301" y="144"/>
                  </a:cubicBezTo>
                  <a:cubicBezTo>
                    <a:pt x="301" y="78"/>
                    <a:pt x="259" y="21"/>
                    <a:pt x="201" y="0"/>
                  </a:cubicBezTo>
                  <a:close/>
                </a:path>
              </a:pathLst>
            </a:custGeom>
            <a:solidFill>
              <a:srgbClr val="FFA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66" name="Freeform 20"/>
            <p:cNvSpPr/>
            <p:nvPr/>
          </p:nvSpPr>
          <p:spPr bwMode="auto">
            <a:xfrm>
              <a:off x="5900738" y="1319213"/>
              <a:ext cx="85725" cy="50800"/>
            </a:xfrm>
            <a:custGeom>
              <a:avLst/>
              <a:gdLst>
                <a:gd name="T0" fmla="*/ 30 w 30"/>
                <a:gd name="T1" fmla="*/ 1 h 18"/>
                <a:gd name="T2" fmla="*/ 15 w 30"/>
                <a:gd name="T3" fmla="*/ 0 h 18"/>
                <a:gd name="T4" fmla="*/ 1 w 30"/>
                <a:gd name="T5" fmla="*/ 1 h 18"/>
                <a:gd name="T6" fmla="*/ 7 w 30"/>
                <a:gd name="T7" fmla="*/ 18 h 18"/>
                <a:gd name="T8" fmla="*/ 24 w 30"/>
                <a:gd name="T9" fmla="*/ 18 h 18"/>
                <a:gd name="T10" fmla="*/ 30 w 30"/>
                <a:gd name="T11" fmla="*/ 1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" h="18">
                  <a:moveTo>
                    <a:pt x="30" y="1"/>
                  </a:moveTo>
                  <a:cubicBezTo>
                    <a:pt x="25" y="0"/>
                    <a:pt x="20" y="0"/>
                    <a:pt x="15" y="0"/>
                  </a:cubicBezTo>
                  <a:cubicBezTo>
                    <a:pt x="10" y="0"/>
                    <a:pt x="6" y="0"/>
                    <a:pt x="1" y="1"/>
                  </a:cubicBezTo>
                  <a:cubicBezTo>
                    <a:pt x="1" y="1"/>
                    <a:pt x="0" y="11"/>
                    <a:pt x="7" y="18"/>
                  </a:cubicBezTo>
                  <a:cubicBezTo>
                    <a:pt x="7" y="18"/>
                    <a:pt x="18" y="18"/>
                    <a:pt x="24" y="18"/>
                  </a:cubicBezTo>
                  <a:cubicBezTo>
                    <a:pt x="24" y="18"/>
                    <a:pt x="30" y="12"/>
                    <a:pt x="30" y="1"/>
                  </a:cubicBezTo>
                  <a:close/>
                </a:path>
              </a:pathLst>
            </a:cu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67" name="Freeform 21"/>
            <p:cNvSpPr/>
            <p:nvPr/>
          </p:nvSpPr>
          <p:spPr bwMode="auto">
            <a:xfrm>
              <a:off x="5894388" y="1377951"/>
              <a:ext cx="95250" cy="130175"/>
            </a:xfrm>
            <a:custGeom>
              <a:avLst/>
              <a:gdLst>
                <a:gd name="T0" fmla="*/ 15 w 60"/>
                <a:gd name="T1" fmla="*/ 0 h 82"/>
                <a:gd name="T2" fmla="*/ 47 w 60"/>
                <a:gd name="T3" fmla="*/ 0 h 82"/>
                <a:gd name="T4" fmla="*/ 60 w 60"/>
                <a:gd name="T5" fmla="*/ 47 h 82"/>
                <a:gd name="T6" fmla="*/ 31 w 60"/>
                <a:gd name="T7" fmla="*/ 82 h 82"/>
                <a:gd name="T8" fmla="*/ 0 w 60"/>
                <a:gd name="T9" fmla="*/ 47 h 82"/>
                <a:gd name="T10" fmla="*/ 15 w 60"/>
                <a:gd name="T11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82">
                  <a:moveTo>
                    <a:pt x="15" y="0"/>
                  </a:moveTo>
                  <a:lnTo>
                    <a:pt x="47" y="0"/>
                  </a:lnTo>
                  <a:lnTo>
                    <a:pt x="60" y="47"/>
                  </a:lnTo>
                  <a:lnTo>
                    <a:pt x="31" y="82"/>
                  </a:lnTo>
                  <a:lnTo>
                    <a:pt x="0" y="47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68" name="Freeform 22"/>
            <p:cNvSpPr/>
            <p:nvPr/>
          </p:nvSpPr>
          <p:spPr bwMode="auto">
            <a:xfrm>
              <a:off x="5432425" y="1427163"/>
              <a:ext cx="71438" cy="96838"/>
            </a:xfrm>
            <a:custGeom>
              <a:avLst/>
              <a:gdLst>
                <a:gd name="T0" fmla="*/ 23 w 45"/>
                <a:gd name="T1" fmla="*/ 61 h 61"/>
                <a:gd name="T2" fmla="*/ 45 w 45"/>
                <a:gd name="T3" fmla="*/ 34 h 61"/>
                <a:gd name="T4" fmla="*/ 34 w 45"/>
                <a:gd name="T5" fmla="*/ 0 h 61"/>
                <a:gd name="T6" fmla="*/ 11 w 45"/>
                <a:gd name="T7" fmla="*/ 0 h 61"/>
                <a:gd name="T8" fmla="*/ 0 w 45"/>
                <a:gd name="T9" fmla="*/ 34 h 61"/>
                <a:gd name="T10" fmla="*/ 23 w 45"/>
                <a:gd name="T11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61">
                  <a:moveTo>
                    <a:pt x="23" y="61"/>
                  </a:moveTo>
                  <a:lnTo>
                    <a:pt x="45" y="34"/>
                  </a:lnTo>
                  <a:lnTo>
                    <a:pt x="34" y="0"/>
                  </a:lnTo>
                  <a:lnTo>
                    <a:pt x="11" y="0"/>
                  </a:lnTo>
                  <a:lnTo>
                    <a:pt x="0" y="34"/>
                  </a:lnTo>
                  <a:lnTo>
                    <a:pt x="23" y="61"/>
                  </a:lnTo>
                  <a:close/>
                </a:path>
              </a:pathLst>
            </a:custGeom>
            <a:solidFill>
              <a:srgbClr val="23A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69" name="Freeform 23"/>
            <p:cNvSpPr/>
            <p:nvPr/>
          </p:nvSpPr>
          <p:spPr bwMode="auto">
            <a:xfrm>
              <a:off x="5146675" y="1401763"/>
              <a:ext cx="465138" cy="568325"/>
            </a:xfrm>
            <a:custGeom>
              <a:avLst/>
              <a:gdLst>
                <a:gd name="T0" fmla="*/ 150 w 163"/>
                <a:gd name="T1" fmla="*/ 0 h 199"/>
                <a:gd name="T2" fmla="*/ 113 w 163"/>
                <a:gd name="T3" fmla="*/ 50 h 199"/>
                <a:gd name="T4" fmla="*/ 75 w 163"/>
                <a:gd name="T5" fmla="*/ 0 h 199"/>
                <a:gd name="T6" fmla="*/ 0 w 163"/>
                <a:gd name="T7" fmla="*/ 108 h 199"/>
                <a:gd name="T8" fmla="*/ 0 w 163"/>
                <a:gd name="T9" fmla="*/ 176 h 199"/>
                <a:gd name="T10" fmla="*/ 0 w 163"/>
                <a:gd name="T11" fmla="*/ 176 h 199"/>
                <a:gd name="T12" fmla="*/ 113 w 163"/>
                <a:gd name="T13" fmla="*/ 199 h 199"/>
                <a:gd name="T14" fmla="*/ 114 w 163"/>
                <a:gd name="T15" fmla="*/ 199 h 199"/>
                <a:gd name="T16" fmla="*/ 114 w 163"/>
                <a:gd name="T17" fmla="*/ 124 h 199"/>
                <a:gd name="T18" fmla="*/ 163 w 163"/>
                <a:gd name="T19" fmla="*/ 6 h 199"/>
                <a:gd name="T20" fmla="*/ 150 w 163"/>
                <a:gd name="T21" fmla="*/ 0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3" h="199">
                  <a:moveTo>
                    <a:pt x="150" y="0"/>
                  </a:moveTo>
                  <a:cubicBezTo>
                    <a:pt x="113" y="50"/>
                    <a:pt x="113" y="50"/>
                    <a:pt x="113" y="5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31" y="16"/>
                    <a:pt x="0" y="58"/>
                    <a:pt x="0" y="108"/>
                  </a:cubicBezTo>
                  <a:cubicBezTo>
                    <a:pt x="0" y="176"/>
                    <a:pt x="0" y="176"/>
                    <a:pt x="0" y="176"/>
                  </a:cubicBezTo>
                  <a:cubicBezTo>
                    <a:pt x="0" y="176"/>
                    <a:pt x="0" y="176"/>
                    <a:pt x="0" y="176"/>
                  </a:cubicBezTo>
                  <a:cubicBezTo>
                    <a:pt x="2" y="189"/>
                    <a:pt x="52" y="199"/>
                    <a:pt x="113" y="199"/>
                  </a:cubicBezTo>
                  <a:cubicBezTo>
                    <a:pt x="113" y="199"/>
                    <a:pt x="114" y="199"/>
                    <a:pt x="114" y="199"/>
                  </a:cubicBezTo>
                  <a:cubicBezTo>
                    <a:pt x="114" y="124"/>
                    <a:pt x="114" y="124"/>
                    <a:pt x="114" y="124"/>
                  </a:cubicBezTo>
                  <a:cubicBezTo>
                    <a:pt x="114" y="78"/>
                    <a:pt x="133" y="36"/>
                    <a:pt x="163" y="6"/>
                  </a:cubicBezTo>
                  <a:cubicBezTo>
                    <a:pt x="159" y="3"/>
                    <a:pt x="155" y="2"/>
                    <a:pt x="150" y="0"/>
                  </a:cubicBezTo>
                  <a:close/>
                </a:path>
              </a:pathLst>
            </a:custGeom>
            <a:solidFill>
              <a:srgbClr val="23A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70" name="Freeform 24"/>
            <p:cNvSpPr/>
            <p:nvPr/>
          </p:nvSpPr>
          <p:spPr bwMode="auto">
            <a:xfrm>
              <a:off x="5438775" y="1381126"/>
              <a:ext cx="61913" cy="41275"/>
            </a:xfrm>
            <a:custGeom>
              <a:avLst/>
              <a:gdLst>
                <a:gd name="T0" fmla="*/ 18 w 22"/>
                <a:gd name="T1" fmla="*/ 14 h 14"/>
                <a:gd name="T2" fmla="*/ 22 w 22"/>
                <a:gd name="T3" fmla="*/ 1 h 14"/>
                <a:gd name="T4" fmla="*/ 11 w 22"/>
                <a:gd name="T5" fmla="*/ 0 h 14"/>
                <a:gd name="T6" fmla="*/ 0 w 22"/>
                <a:gd name="T7" fmla="*/ 1 h 14"/>
                <a:gd name="T8" fmla="*/ 5 w 22"/>
                <a:gd name="T9" fmla="*/ 14 h 14"/>
                <a:gd name="T10" fmla="*/ 18 w 22"/>
                <a:gd name="T11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14">
                  <a:moveTo>
                    <a:pt x="18" y="14"/>
                  </a:moveTo>
                  <a:cubicBezTo>
                    <a:pt x="18" y="14"/>
                    <a:pt x="22" y="9"/>
                    <a:pt x="22" y="1"/>
                  </a:cubicBezTo>
                  <a:cubicBezTo>
                    <a:pt x="18" y="0"/>
                    <a:pt x="15" y="0"/>
                    <a:pt x="11" y="0"/>
                  </a:cubicBezTo>
                  <a:cubicBezTo>
                    <a:pt x="7" y="0"/>
                    <a:pt x="4" y="0"/>
                    <a:pt x="0" y="1"/>
                  </a:cubicBezTo>
                  <a:cubicBezTo>
                    <a:pt x="0" y="1"/>
                    <a:pt x="0" y="8"/>
                    <a:pt x="5" y="14"/>
                  </a:cubicBezTo>
                  <a:cubicBezTo>
                    <a:pt x="5" y="14"/>
                    <a:pt x="13" y="14"/>
                    <a:pt x="18" y="14"/>
                  </a:cubicBezTo>
                  <a:close/>
                </a:path>
              </a:pathLst>
            </a:custGeom>
            <a:solidFill>
              <a:srgbClr val="23A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71" name="Oval 25"/>
            <p:cNvSpPr>
              <a:spLocks noChangeArrowheads="1"/>
            </p:cNvSpPr>
            <p:nvPr/>
          </p:nvSpPr>
          <p:spPr bwMode="auto">
            <a:xfrm>
              <a:off x="5267325" y="966788"/>
              <a:ext cx="401638" cy="403225"/>
            </a:xfrm>
            <a:prstGeom prst="ellipse">
              <a:avLst/>
            </a:prstGeom>
            <a:solidFill>
              <a:srgbClr val="23A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72" name="Freeform 26"/>
            <p:cNvSpPr/>
            <p:nvPr/>
          </p:nvSpPr>
          <p:spPr bwMode="auto">
            <a:xfrm>
              <a:off x="6386513" y="1381126"/>
              <a:ext cx="61913" cy="41275"/>
            </a:xfrm>
            <a:custGeom>
              <a:avLst/>
              <a:gdLst>
                <a:gd name="T0" fmla="*/ 17 w 22"/>
                <a:gd name="T1" fmla="*/ 14 h 14"/>
                <a:gd name="T2" fmla="*/ 22 w 22"/>
                <a:gd name="T3" fmla="*/ 1 h 14"/>
                <a:gd name="T4" fmla="*/ 11 w 22"/>
                <a:gd name="T5" fmla="*/ 0 h 14"/>
                <a:gd name="T6" fmla="*/ 0 w 22"/>
                <a:gd name="T7" fmla="*/ 1 h 14"/>
                <a:gd name="T8" fmla="*/ 5 w 22"/>
                <a:gd name="T9" fmla="*/ 14 h 14"/>
                <a:gd name="T10" fmla="*/ 17 w 22"/>
                <a:gd name="T11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14">
                  <a:moveTo>
                    <a:pt x="17" y="14"/>
                  </a:moveTo>
                  <a:cubicBezTo>
                    <a:pt x="17" y="14"/>
                    <a:pt x="22" y="9"/>
                    <a:pt x="22" y="1"/>
                  </a:cubicBezTo>
                  <a:cubicBezTo>
                    <a:pt x="18" y="0"/>
                    <a:pt x="15" y="0"/>
                    <a:pt x="11" y="0"/>
                  </a:cubicBezTo>
                  <a:cubicBezTo>
                    <a:pt x="7" y="0"/>
                    <a:pt x="4" y="0"/>
                    <a:pt x="0" y="1"/>
                  </a:cubicBezTo>
                  <a:cubicBezTo>
                    <a:pt x="0" y="1"/>
                    <a:pt x="0" y="8"/>
                    <a:pt x="5" y="14"/>
                  </a:cubicBezTo>
                  <a:cubicBezTo>
                    <a:pt x="5" y="14"/>
                    <a:pt x="13" y="14"/>
                    <a:pt x="17" y="14"/>
                  </a:cubicBezTo>
                  <a:close/>
                </a:path>
              </a:pathLst>
            </a:custGeom>
            <a:solidFill>
              <a:srgbClr val="A6C8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73" name="Freeform 27"/>
            <p:cNvSpPr/>
            <p:nvPr/>
          </p:nvSpPr>
          <p:spPr bwMode="auto">
            <a:xfrm>
              <a:off x="6380163" y="1427163"/>
              <a:ext cx="71438" cy="96838"/>
            </a:xfrm>
            <a:custGeom>
              <a:avLst/>
              <a:gdLst>
                <a:gd name="T0" fmla="*/ 24 w 45"/>
                <a:gd name="T1" fmla="*/ 61 h 61"/>
                <a:gd name="T2" fmla="*/ 45 w 45"/>
                <a:gd name="T3" fmla="*/ 34 h 61"/>
                <a:gd name="T4" fmla="*/ 34 w 45"/>
                <a:gd name="T5" fmla="*/ 0 h 61"/>
                <a:gd name="T6" fmla="*/ 11 w 45"/>
                <a:gd name="T7" fmla="*/ 0 h 61"/>
                <a:gd name="T8" fmla="*/ 0 w 45"/>
                <a:gd name="T9" fmla="*/ 34 h 61"/>
                <a:gd name="T10" fmla="*/ 24 w 45"/>
                <a:gd name="T11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61">
                  <a:moveTo>
                    <a:pt x="24" y="61"/>
                  </a:moveTo>
                  <a:lnTo>
                    <a:pt x="45" y="34"/>
                  </a:lnTo>
                  <a:lnTo>
                    <a:pt x="34" y="0"/>
                  </a:lnTo>
                  <a:lnTo>
                    <a:pt x="11" y="0"/>
                  </a:lnTo>
                  <a:lnTo>
                    <a:pt x="0" y="34"/>
                  </a:lnTo>
                  <a:lnTo>
                    <a:pt x="24" y="61"/>
                  </a:lnTo>
                  <a:close/>
                </a:path>
              </a:pathLst>
            </a:custGeom>
            <a:solidFill>
              <a:srgbClr val="A6C8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74" name="Oval 28"/>
            <p:cNvSpPr>
              <a:spLocks noChangeArrowheads="1"/>
            </p:cNvSpPr>
            <p:nvPr/>
          </p:nvSpPr>
          <p:spPr bwMode="auto">
            <a:xfrm>
              <a:off x="6215063" y="966788"/>
              <a:ext cx="403225" cy="403225"/>
            </a:xfrm>
            <a:prstGeom prst="ellipse">
              <a:avLst/>
            </a:prstGeom>
            <a:solidFill>
              <a:srgbClr val="A6C8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75" name="Freeform 29"/>
            <p:cNvSpPr/>
            <p:nvPr/>
          </p:nvSpPr>
          <p:spPr bwMode="auto">
            <a:xfrm>
              <a:off x="6272213" y="1401763"/>
              <a:ext cx="465138" cy="568325"/>
            </a:xfrm>
            <a:custGeom>
              <a:avLst/>
              <a:gdLst>
                <a:gd name="T0" fmla="*/ 88 w 163"/>
                <a:gd name="T1" fmla="*/ 0 h 199"/>
                <a:gd name="T2" fmla="*/ 51 w 163"/>
                <a:gd name="T3" fmla="*/ 50 h 199"/>
                <a:gd name="T4" fmla="*/ 13 w 163"/>
                <a:gd name="T5" fmla="*/ 0 h 199"/>
                <a:gd name="T6" fmla="*/ 0 w 163"/>
                <a:gd name="T7" fmla="*/ 6 h 199"/>
                <a:gd name="T8" fmla="*/ 49 w 163"/>
                <a:gd name="T9" fmla="*/ 124 h 199"/>
                <a:gd name="T10" fmla="*/ 49 w 163"/>
                <a:gd name="T11" fmla="*/ 199 h 199"/>
                <a:gd name="T12" fmla="*/ 51 w 163"/>
                <a:gd name="T13" fmla="*/ 199 h 199"/>
                <a:gd name="T14" fmla="*/ 163 w 163"/>
                <a:gd name="T15" fmla="*/ 176 h 199"/>
                <a:gd name="T16" fmla="*/ 163 w 163"/>
                <a:gd name="T17" fmla="*/ 176 h 199"/>
                <a:gd name="T18" fmla="*/ 163 w 163"/>
                <a:gd name="T19" fmla="*/ 108 h 199"/>
                <a:gd name="T20" fmla="*/ 88 w 163"/>
                <a:gd name="T21" fmla="*/ 0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3" h="199">
                  <a:moveTo>
                    <a:pt x="88" y="0"/>
                  </a:moveTo>
                  <a:cubicBezTo>
                    <a:pt x="51" y="50"/>
                    <a:pt x="51" y="50"/>
                    <a:pt x="51" y="5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2"/>
                    <a:pt x="4" y="3"/>
                    <a:pt x="0" y="6"/>
                  </a:cubicBezTo>
                  <a:cubicBezTo>
                    <a:pt x="30" y="36"/>
                    <a:pt x="49" y="78"/>
                    <a:pt x="49" y="124"/>
                  </a:cubicBezTo>
                  <a:cubicBezTo>
                    <a:pt x="49" y="199"/>
                    <a:pt x="49" y="199"/>
                    <a:pt x="49" y="199"/>
                  </a:cubicBezTo>
                  <a:cubicBezTo>
                    <a:pt x="50" y="199"/>
                    <a:pt x="50" y="199"/>
                    <a:pt x="51" y="199"/>
                  </a:cubicBezTo>
                  <a:cubicBezTo>
                    <a:pt x="112" y="199"/>
                    <a:pt x="161" y="189"/>
                    <a:pt x="163" y="176"/>
                  </a:cubicBezTo>
                  <a:cubicBezTo>
                    <a:pt x="163" y="176"/>
                    <a:pt x="163" y="176"/>
                    <a:pt x="163" y="176"/>
                  </a:cubicBezTo>
                  <a:cubicBezTo>
                    <a:pt x="163" y="108"/>
                    <a:pt x="163" y="108"/>
                    <a:pt x="163" y="108"/>
                  </a:cubicBezTo>
                  <a:cubicBezTo>
                    <a:pt x="163" y="58"/>
                    <a:pt x="132" y="16"/>
                    <a:pt x="88" y="0"/>
                  </a:cubicBezTo>
                  <a:close/>
                </a:path>
              </a:pathLst>
            </a:custGeom>
            <a:solidFill>
              <a:srgbClr val="A6C8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</p:grpSp>
      <p:sp>
        <p:nvSpPr>
          <p:cNvPr id="77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156864" y="2165479"/>
            <a:ext cx="459688" cy="679389"/>
          </a:xfrm>
        </p:spPr>
        <p:txBody>
          <a:bodyPr>
            <a:noAutofit/>
          </a:bodyPr>
          <a:lstStyle>
            <a:lvl1pPr marL="0" indent="0">
              <a:buNone/>
              <a:defRPr lang="en-US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 dirty="0"/>
              <a:t>第</a:t>
            </a:r>
            <a:endParaRPr lang="en-US" dirty="0"/>
          </a:p>
        </p:txBody>
      </p:sp>
      <p:sp>
        <p:nvSpPr>
          <p:cNvPr id="78" name="Content Placeholder 3"/>
          <p:cNvSpPr>
            <a:spLocks noGrp="1"/>
          </p:cNvSpPr>
          <p:nvPr>
            <p:ph sz="half" idx="13" hasCustomPrompt="1"/>
          </p:nvPr>
        </p:nvSpPr>
        <p:spPr>
          <a:xfrm>
            <a:off x="5772089" y="1835597"/>
            <a:ext cx="731080" cy="987432"/>
          </a:xfrm>
        </p:spPr>
        <p:txBody>
          <a:bodyPr>
            <a:noAutofit/>
          </a:bodyPr>
          <a:lstStyle>
            <a:lvl1pPr marL="0" indent="0">
              <a:buNone/>
              <a:defRPr lang="en-US" sz="5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altLang="zh-CN" dirty="0"/>
              <a:t>1</a:t>
            </a:r>
            <a:endParaRPr lang="en-US" dirty="0"/>
          </a:p>
        </p:txBody>
      </p:sp>
      <p:sp>
        <p:nvSpPr>
          <p:cNvPr id="79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6630947" y="2161839"/>
            <a:ext cx="459688" cy="679389"/>
          </a:xfrm>
        </p:spPr>
        <p:txBody>
          <a:bodyPr>
            <a:noAutofit/>
          </a:bodyPr>
          <a:lstStyle>
            <a:lvl1pPr marL="0" indent="0">
              <a:buNone/>
              <a:defRPr lang="en-US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 dirty="0"/>
              <a:t>章</a:t>
            </a:r>
            <a:endParaRPr lang="en-US" dirty="0"/>
          </a:p>
        </p:txBody>
      </p:sp>
      <p:sp>
        <p:nvSpPr>
          <p:cNvPr id="80" name="Content Placeholder 3"/>
          <p:cNvSpPr>
            <a:spLocks noGrp="1"/>
          </p:cNvSpPr>
          <p:nvPr>
            <p:ph sz="half" idx="15" hasCustomPrompt="1"/>
          </p:nvPr>
        </p:nvSpPr>
        <p:spPr>
          <a:xfrm>
            <a:off x="5049893" y="3107080"/>
            <a:ext cx="2235430" cy="987432"/>
          </a:xfrm>
        </p:spPr>
        <p:txBody>
          <a:bodyPr>
            <a:noAutofit/>
          </a:bodyPr>
          <a:lstStyle>
            <a:lvl1pPr marL="0" indent="0" algn="ctr">
              <a:buNone/>
              <a:defRPr lang="en-US" sz="4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 dirty="0"/>
              <a:t>课题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-4872" y="3090"/>
            <a:ext cx="4550669" cy="6823538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-20236" y="794"/>
            <a:ext cx="4566033" cy="6854116"/>
          </a:xfrm>
          <a:prstGeom prst="rect">
            <a:avLst/>
          </a:prstGeom>
          <a:solidFill>
            <a:schemeClr val="tx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tabLst>
                <a:tab pos="4745355" algn="l"/>
              </a:tabLst>
            </a:pPr>
            <a:endParaRPr lang="zh-CN" altLang="en-US" sz="1800" b="1" dirty="0">
              <a:solidFill>
                <a:srgbClr val="55B2A0"/>
              </a:solidFill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373330" y="2896664"/>
            <a:ext cx="20449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  <a:latin typeface="+mj-ea"/>
                <a:ea typeface="+mj-ea"/>
              </a:rPr>
              <a:t>目录</a:t>
            </a:r>
            <a:endParaRPr lang="zh-CN" altLang="en-US" sz="5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9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980295" y="1675926"/>
            <a:ext cx="7235194" cy="679389"/>
          </a:xfrm>
        </p:spPr>
        <p:txBody>
          <a:bodyPr>
            <a:noAutofit/>
          </a:bodyPr>
          <a:lstStyle>
            <a:lvl1pPr marL="0" indent="0">
              <a:buNone/>
              <a:defRPr lang="en-US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dirty="0"/>
              <a:t>1.2 </a:t>
            </a:r>
            <a:r>
              <a:rPr lang="zh-CN" altLang="en-US" dirty="0"/>
              <a:t>第二部分</a:t>
            </a:r>
            <a:endParaRPr lang="en-US" dirty="0"/>
          </a:p>
        </p:txBody>
      </p:sp>
      <p:sp>
        <p:nvSpPr>
          <p:cNvPr id="70" name="Content Placeholder 3"/>
          <p:cNvSpPr>
            <a:spLocks noGrp="1"/>
          </p:cNvSpPr>
          <p:nvPr>
            <p:ph sz="half" idx="10" hasCustomPrompt="1"/>
          </p:nvPr>
        </p:nvSpPr>
        <p:spPr>
          <a:xfrm>
            <a:off x="4980295" y="2527002"/>
            <a:ext cx="7235194" cy="679389"/>
          </a:xfrm>
        </p:spPr>
        <p:txBody>
          <a:bodyPr>
            <a:noAutofit/>
          </a:bodyPr>
          <a:lstStyle>
            <a:lvl1pPr marL="0" indent="0">
              <a:buNone/>
              <a:defRPr lang="en-US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dirty="0"/>
              <a:t>1.3 </a:t>
            </a:r>
            <a:r>
              <a:rPr lang="zh-CN" altLang="en-US" dirty="0"/>
              <a:t>第三部分</a:t>
            </a:r>
            <a:endParaRPr lang="en-US" dirty="0"/>
          </a:p>
        </p:txBody>
      </p:sp>
      <p:sp>
        <p:nvSpPr>
          <p:cNvPr id="71" name="Content Placeholder 3"/>
          <p:cNvSpPr>
            <a:spLocks noGrp="1"/>
          </p:cNvSpPr>
          <p:nvPr>
            <p:ph sz="half" idx="11" hasCustomPrompt="1"/>
          </p:nvPr>
        </p:nvSpPr>
        <p:spPr>
          <a:xfrm>
            <a:off x="4980295" y="3398898"/>
            <a:ext cx="7235194" cy="679389"/>
          </a:xfrm>
        </p:spPr>
        <p:txBody>
          <a:bodyPr>
            <a:noAutofit/>
          </a:bodyPr>
          <a:lstStyle>
            <a:lvl1pPr marL="0" indent="0">
              <a:buNone/>
              <a:defRPr lang="en-US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dirty="0"/>
              <a:t>1.4 </a:t>
            </a:r>
            <a:r>
              <a:rPr lang="zh-CN" altLang="en-US" dirty="0"/>
              <a:t>第四部分</a:t>
            </a:r>
            <a:endParaRPr lang="en-US" dirty="0"/>
          </a:p>
        </p:txBody>
      </p:sp>
      <p:sp>
        <p:nvSpPr>
          <p:cNvPr id="72" name="Content Placeholder 3"/>
          <p:cNvSpPr>
            <a:spLocks noGrp="1"/>
          </p:cNvSpPr>
          <p:nvPr>
            <p:ph sz="half" idx="12" hasCustomPrompt="1"/>
          </p:nvPr>
        </p:nvSpPr>
        <p:spPr>
          <a:xfrm>
            <a:off x="4968762" y="4281341"/>
            <a:ext cx="7235194" cy="679389"/>
          </a:xfrm>
        </p:spPr>
        <p:txBody>
          <a:bodyPr>
            <a:noAutofit/>
          </a:bodyPr>
          <a:lstStyle>
            <a:lvl1pPr marL="0" indent="0">
              <a:buNone/>
              <a:defRPr lang="en-US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dirty="0"/>
              <a:t>…</a:t>
            </a:r>
            <a:endParaRPr lang="en-US" dirty="0"/>
          </a:p>
        </p:txBody>
      </p:sp>
      <p:sp>
        <p:nvSpPr>
          <p:cNvPr id="73" name="Content Placeholder 3"/>
          <p:cNvSpPr>
            <a:spLocks noGrp="1"/>
          </p:cNvSpPr>
          <p:nvPr>
            <p:ph sz="half" idx="13" hasCustomPrompt="1"/>
          </p:nvPr>
        </p:nvSpPr>
        <p:spPr>
          <a:xfrm>
            <a:off x="4943721" y="708679"/>
            <a:ext cx="7235194" cy="679389"/>
          </a:xfrm>
        </p:spPr>
        <p:txBody>
          <a:bodyPr>
            <a:noAutofit/>
          </a:bodyPr>
          <a:lstStyle>
            <a:lvl1pPr marL="0" indent="0">
              <a:buNone/>
              <a:defRPr lang="en-US" sz="3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dirty="0"/>
              <a:t>1.1 </a:t>
            </a:r>
            <a:r>
              <a:rPr lang="zh-CN" altLang="en-US" dirty="0"/>
              <a:t>第一部分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Title 1"/>
          <p:cNvSpPr txBox="1"/>
          <p:nvPr userDrawn="1"/>
        </p:nvSpPr>
        <p:spPr>
          <a:xfrm>
            <a:off x="789204" y="1496422"/>
            <a:ext cx="10363200" cy="1960033"/>
          </a:xfrm>
          <a:prstGeom prst="rect">
            <a:avLst/>
          </a:prstGeom>
        </p:spPr>
        <p:txBody>
          <a:bodyPr vert="horz" lIns="121889" tIns="60944" rIns="121889" bIns="60944" rtlCol="0" anchor="ctr">
            <a:norm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sz="3600" dirty="0"/>
              <a:t>Click to edit Master title style</a:t>
            </a:r>
            <a:endParaRPr lang="en-US" sz="3600" dirty="0"/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1828801" y="3962277"/>
            <a:ext cx="85344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9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5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10160001" y="5714471"/>
            <a:ext cx="1878031" cy="1065838"/>
            <a:chOff x="9675584" y="5175723"/>
            <a:chExt cx="1877787" cy="1129564"/>
          </a:xfrm>
        </p:grpSpPr>
        <p:sp>
          <p:nvSpPr>
            <p:cNvPr id="6" name="矩形 5"/>
            <p:cNvSpPr/>
            <p:nvPr/>
          </p:nvSpPr>
          <p:spPr>
            <a:xfrm>
              <a:off x="11286669" y="5640179"/>
              <a:ext cx="266702" cy="66188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b="1"/>
            </a:p>
          </p:txBody>
        </p:sp>
        <p:sp>
          <p:nvSpPr>
            <p:cNvPr id="7" name="矩形 6"/>
            <p:cNvSpPr/>
            <p:nvPr/>
          </p:nvSpPr>
          <p:spPr>
            <a:xfrm>
              <a:off x="10642146" y="5828865"/>
              <a:ext cx="266702" cy="4764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b="1"/>
            </a:p>
          </p:txBody>
        </p:sp>
        <p:sp>
          <p:nvSpPr>
            <p:cNvPr id="8" name="矩形 7"/>
            <p:cNvSpPr/>
            <p:nvPr/>
          </p:nvSpPr>
          <p:spPr>
            <a:xfrm>
              <a:off x="10241641" y="5175723"/>
              <a:ext cx="266702" cy="1129564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b="1"/>
            </a:p>
          </p:txBody>
        </p:sp>
        <p:sp>
          <p:nvSpPr>
            <p:cNvPr id="9" name="矩形 8"/>
            <p:cNvSpPr/>
            <p:nvPr/>
          </p:nvSpPr>
          <p:spPr>
            <a:xfrm>
              <a:off x="9675584" y="5974341"/>
              <a:ext cx="266702" cy="330945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b="1"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1862" y="1473442"/>
            <a:ext cx="10243799" cy="475267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</p:txBody>
      </p:sp>
      <p:grpSp>
        <p:nvGrpSpPr>
          <p:cNvPr id="4" name="组合 3"/>
          <p:cNvGrpSpPr/>
          <p:nvPr userDrawn="1"/>
        </p:nvGrpSpPr>
        <p:grpSpPr>
          <a:xfrm>
            <a:off x="10128973" y="5609822"/>
            <a:ext cx="1878031" cy="1065838"/>
            <a:chOff x="9675584" y="5175723"/>
            <a:chExt cx="1877787" cy="1129564"/>
          </a:xfrm>
        </p:grpSpPr>
        <p:sp>
          <p:nvSpPr>
            <p:cNvPr id="5" name="矩形 4"/>
            <p:cNvSpPr/>
            <p:nvPr/>
          </p:nvSpPr>
          <p:spPr>
            <a:xfrm>
              <a:off x="11286669" y="5640179"/>
              <a:ext cx="266702" cy="66188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b="1"/>
            </a:p>
          </p:txBody>
        </p:sp>
        <p:sp>
          <p:nvSpPr>
            <p:cNvPr id="6" name="矩形 5"/>
            <p:cNvSpPr/>
            <p:nvPr/>
          </p:nvSpPr>
          <p:spPr>
            <a:xfrm>
              <a:off x="10642146" y="5828865"/>
              <a:ext cx="266702" cy="4764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b="1"/>
            </a:p>
          </p:txBody>
        </p:sp>
        <p:sp>
          <p:nvSpPr>
            <p:cNvPr id="7" name="矩形 6"/>
            <p:cNvSpPr/>
            <p:nvPr/>
          </p:nvSpPr>
          <p:spPr>
            <a:xfrm>
              <a:off x="10241641" y="5175723"/>
              <a:ext cx="266702" cy="1129564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b="1"/>
            </a:p>
          </p:txBody>
        </p:sp>
        <p:sp>
          <p:nvSpPr>
            <p:cNvPr id="8" name="矩形 7"/>
            <p:cNvSpPr/>
            <p:nvPr/>
          </p:nvSpPr>
          <p:spPr>
            <a:xfrm>
              <a:off x="9675584" y="5974341"/>
              <a:ext cx="266702" cy="330945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b="1"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1862" y="1473442"/>
            <a:ext cx="10243799" cy="475267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Title 1"/>
          <p:cNvSpPr txBox="1"/>
          <p:nvPr userDrawn="1"/>
        </p:nvSpPr>
        <p:spPr>
          <a:xfrm>
            <a:off x="914399" y="3753238"/>
            <a:ext cx="10363200" cy="1816100"/>
          </a:xfrm>
          <a:prstGeom prst="rect">
            <a:avLst/>
          </a:prstGeom>
        </p:spPr>
        <p:txBody>
          <a:bodyPr vert="horz" lIns="121889" tIns="60944" rIns="121889" bIns="60944" rtlCol="0" anchor="t">
            <a:normAutofit/>
          </a:bodyPr>
          <a:lstStyle>
            <a:lvl1pPr algn="l" defTabSz="1219200" rtl="0" eaLnBrk="1" latinLnBrk="0" hangingPunct="1">
              <a:spcBef>
                <a:spcPct val="0"/>
              </a:spcBef>
              <a:buNone/>
              <a:defRPr sz="5300" b="1" kern="1200" cap="all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sz="5300"/>
              <a:t>Click to edit Master title style</a:t>
            </a:r>
            <a:endParaRPr lang="en-US" sz="5300" dirty="0"/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914399" y="1752988"/>
            <a:ext cx="10363200" cy="2000249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16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76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36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593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53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9854223" y="5497494"/>
            <a:ext cx="1878031" cy="1065838"/>
            <a:chOff x="9675584" y="5175723"/>
            <a:chExt cx="1877787" cy="1129564"/>
          </a:xfrm>
        </p:grpSpPr>
        <p:sp>
          <p:nvSpPr>
            <p:cNvPr id="6" name="矩形 5"/>
            <p:cNvSpPr/>
            <p:nvPr/>
          </p:nvSpPr>
          <p:spPr>
            <a:xfrm>
              <a:off x="11286669" y="5640179"/>
              <a:ext cx="266702" cy="66188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b="1"/>
            </a:p>
          </p:txBody>
        </p:sp>
        <p:sp>
          <p:nvSpPr>
            <p:cNvPr id="7" name="矩形 6"/>
            <p:cNvSpPr/>
            <p:nvPr/>
          </p:nvSpPr>
          <p:spPr>
            <a:xfrm>
              <a:off x="10642146" y="5828865"/>
              <a:ext cx="266702" cy="4764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b="1"/>
            </a:p>
          </p:txBody>
        </p:sp>
        <p:sp>
          <p:nvSpPr>
            <p:cNvPr id="8" name="矩形 7"/>
            <p:cNvSpPr/>
            <p:nvPr/>
          </p:nvSpPr>
          <p:spPr>
            <a:xfrm>
              <a:off x="10241641" y="5175723"/>
              <a:ext cx="266702" cy="1129564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b="1"/>
            </a:p>
          </p:txBody>
        </p:sp>
        <p:sp>
          <p:nvSpPr>
            <p:cNvPr id="9" name="矩形 8"/>
            <p:cNvSpPr/>
            <p:nvPr/>
          </p:nvSpPr>
          <p:spPr>
            <a:xfrm>
              <a:off x="9675584" y="5974341"/>
              <a:ext cx="266702" cy="330945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b="1"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5422" y="2210082"/>
            <a:ext cx="5236315" cy="3955738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</p:txBody>
      </p:sp>
      <p:sp>
        <p:nvSpPr>
          <p:cNvPr id="4" name="矩形 3"/>
          <p:cNvSpPr/>
          <p:nvPr userDrawn="1"/>
        </p:nvSpPr>
        <p:spPr>
          <a:xfrm rot="5400000">
            <a:off x="3631914" y="3787039"/>
            <a:ext cx="4711518" cy="460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b="1"/>
          </a:p>
        </p:txBody>
      </p:sp>
      <p:sp>
        <p:nvSpPr>
          <p:cNvPr id="5" name="Freeform 3"/>
          <p:cNvSpPr/>
          <p:nvPr userDrawn="1"/>
        </p:nvSpPr>
        <p:spPr>
          <a:xfrm>
            <a:off x="304046" y="1478413"/>
            <a:ext cx="5257690" cy="543168"/>
          </a:xfrm>
          <a:custGeom>
            <a:avLst/>
            <a:gdLst>
              <a:gd name="connsiteX0" fmla="*/ 0 w 9144000"/>
              <a:gd name="connsiteY0" fmla="*/ 376428 h 376428"/>
              <a:gd name="connsiteX1" fmla="*/ 9144000 w 9144000"/>
              <a:gd name="connsiteY1" fmla="*/ 376428 h 376428"/>
              <a:gd name="connsiteX2" fmla="*/ 9144000 w 9144000"/>
              <a:gd name="connsiteY2" fmla="*/ 0 h 376428"/>
              <a:gd name="connsiteX3" fmla="*/ 0 w 9144000"/>
              <a:gd name="connsiteY3" fmla="*/ 0 h 376428"/>
              <a:gd name="connsiteX4" fmla="*/ 0 w 9144000"/>
              <a:gd name="connsiteY4" fmla="*/ 376428 h 37642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376428">
                <a:moveTo>
                  <a:pt x="0" y="376428"/>
                </a:moveTo>
                <a:lnTo>
                  <a:pt x="9144000" y="376428"/>
                </a:lnTo>
                <a:lnTo>
                  <a:pt x="9144000" y="0"/>
                </a:lnTo>
                <a:lnTo>
                  <a:pt x="0" y="0"/>
                </a:lnTo>
                <a:lnTo>
                  <a:pt x="0" y="376428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9" tIns="60944" rIns="121889" bIns="60944" rtlCol="0" anchor="ctr"/>
          <a:lstStyle/>
          <a:p>
            <a:pPr algn="ctr"/>
            <a:endParaRPr lang="zh-CN" altLang="en-US" sz="1800" b="1" dirty="0"/>
          </a:p>
        </p:txBody>
      </p:sp>
      <p:sp>
        <p:nvSpPr>
          <p:cNvPr id="6" name="Freeform 3"/>
          <p:cNvSpPr/>
          <p:nvPr userDrawn="1"/>
        </p:nvSpPr>
        <p:spPr>
          <a:xfrm>
            <a:off x="6324629" y="1478413"/>
            <a:ext cx="5257690" cy="543168"/>
          </a:xfrm>
          <a:custGeom>
            <a:avLst/>
            <a:gdLst>
              <a:gd name="connsiteX0" fmla="*/ 0 w 9144000"/>
              <a:gd name="connsiteY0" fmla="*/ 376428 h 376428"/>
              <a:gd name="connsiteX1" fmla="*/ 9144000 w 9144000"/>
              <a:gd name="connsiteY1" fmla="*/ 376428 h 376428"/>
              <a:gd name="connsiteX2" fmla="*/ 9144000 w 9144000"/>
              <a:gd name="connsiteY2" fmla="*/ 0 h 376428"/>
              <a:gd name="connsiteX3" fmla="*/ 0 w 9144000"/>
              <a:gd name="connsiteY3" fmla="*/ 0 h 376428"/>
              <a:gd name="connsiteX4" fmla="*/ 0 w 9144000"/>
              <a:gd name="connsiteY4" fmla="*/ 376428 h 37642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376428">
                <a:moveTo>
                  <a:pt x="0" y="376428"/>
                </a:moveTo>
                <a:lnTo>
                  <a:pt x="9144000" y="376428"/>
                </a:lnTo>
                <a:lnTo>
                  <a:pt x="9144000" y="0"/>
                </a:lnTo>
                <a:lnTo>
                  <a:pt x="0" y="0"/>
                </a:lnTo>
                <a:lnTo>
                  <a:pt x="0" y="376428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1">
                <a:lumMod val="40000"/>
                <a:lumOff val="60000"/>
                <a:alpha val="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9" tIns="60944" rIns="121889" bIns="60944" rtlCol="0" anchor="ctr"/>
          <a:lstStyle/>
          <a:p>
            <a:pPr algn="ctr"/>
            <a:endParaRPr lang="zh-CN" altLang="en-US" sz="1800" b="1"/>
          </a:p>
        </p:txBody>
      </p:sp>
      <p:sp>
        <p:nvSpPr>
          <p:cNvPr id="7" name="Content Placeholder 2"/>
          <p:cNvSpPr>
            <a:spLocks noGrp="1"/>
          </p:cNvSpPr>
          <p:nvPr>
            <p:ph sz="half" idx="13"/>
          </p:nvPr>
        </p:nvSpPr>
        <p:spPr>
          <a:xfrm>
            <a:off x="6357682" y="2212261"/>
            <a:ext cx="5236315" cy="3955738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1338" y="1269260"/>
            <a:ext cx="4669781" cy="853016"/>
          </a:xfrm>
        </p:spPr>
        <p:txBody>
          <a:bodyPr anchor="b">
            <a:noAutofit/>
          </a:bodyPr>
          <a:lstStyle>
            <a:lvl1pPr marL="0" indent="0">
              <a:buNone/>
              <a:defRPr sz="3200" b="1">
                <a:solidFill>
                  <a:schemeClr val="tx1"/>
                </a:solidFill>
              </a:defRPr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165" indent="0">
              <a:buNone/>
              <a:defRPr sz="2100" b="1"/>
            </a:lvl4pPr>
            <a:lvl5pPr marL="2437765" indent="0">
              <a:buNone/>
              <a:defRPr sz="2100" b="1"/>
            </a:lvl5pPr>
            <a:lvl6pPr marL="3047365" indent="0">
              <a:buNone/>
              <a:defRPr sz="2100" b="1"/>
            </a:lvl6pPr>
            <a:lvl7pPr marL="3656965" indent="0">
              <a:buNone/>
              <a:defRPr sz="2100" b="1"/>
            </a:lvl7pPr>
            <a:lvl8pPr marL="4265930" indent="0">
              <a:buNone/>
              <a:defRPr sz="2100" b="1"/>
            </a:lvl8pPr>
            <a:lvl9pPr marL="4875530" indent="0">
              <a:buNone/>
              <a:defRPr sz="21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2675" y="2252451"/>
            <a:ext cx="5386917" cy="4135682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58099" y="1288242"/>
            <a:ext cx="4626934" cy="853016"/>
          </a:xfrm>
        </p:spPr>
        <p:txBody>
          <a:bodyPr anchor="b">
            <a:noAutofit/>
          </a:bodyPr>
          <a:lstStyle>
            <a:lvl1pPr marL="0" indent="0">
              <a:buNone/>
              <a:defRPr sz="3200" b="1">
                <a:solidFill>
                  <a:schemeClr val="tx1"/>
                </a:solidFill>
              </a:defRPr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165" indent="0">
              <a:buNone/>
              <a:defRPr sz="2100" b="1"/>
            </a:lvl4pPr>
            <a:lvl5pPr marL="2437765" indent="0">
              <a:buNone/>
              <a:defRPr sz="2100" b="1"/>
            </a:lvl5pPr>
            <a:lvl6pPr marL="3047365" indent="0">
              <a:buNone/>
              <a:defRPr sz="2100" b="1"/>
            </a:lvl6pPr>
            <a:lvl7pPr marL="3656965" indent="0">
              <a:buNone/>
              <a:defRPr sz="2100" b="1"/>
            </a:lvl7pPr>
            <a:lvl8pPr marL="4265930" indent="0">
              <a:buNone/>
              <a:defRPr sz="2100" b="1"/>
            </a:lvl8pPr>
            <a:lvl9pPr marL="4875530" indent="0">
              <a:buNone/>
              <a:defRPr sz="21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496185" y="1384947"/>
            <a:ext cx="622650" cy="622429"/>
            <a:chOff x="925975" y="3363269"/>
            <a:chExt cx="899446" cy="899451"/>
          </a:xfrm>
        </p:grpSpPr>
        <p:sp>
          <p:nvSpPr>
            <p:cNvPr id="8" name="Oval 173"/>
            <p:cNvSpPr>
              <a:spLocks noChangeArrowheads="1"/>
            </p:cNvSpPr>
            <p:nvPr/>
          </p:nvSpPr>
          <p:spPr bwMode="auto">
            <a:xfrm>
              <a:off x="925975" y="3363269"/>
              <a:ext cx="899446" cy="899451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b="1"/>
            </a:p>
          </p:txBody>
        </p:sp>
        <p:sp>
          <p:nvSpPr>
            <p:cNvPr id="9" name="Oval 174"/>
            <p:cNvSpPr>
              <a:spLocks noChangeArrowheads="1"/>
            </p:cNvSpPr>
            <p:nvPr/>
          </p:nvSpPr>
          <p:spPr bwMode="auto">
            <a:xfrm>
              <a:off x="976750" y="3414044"/>
              <a:ext cx="797896" cy="794274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b="1"/>
            </a:p>
          </p:txBody>
        </p:sp>
        <p:sp>
          <p:nvSpPr>
            <p:cNvPr id="10" name="Freeform 176"/>
            <p:cNvSpPr>
              <a:spLocks noEditPoints="1"/>
            </p:cNvSpPr>
            <p:nvPr/>
          </p:nvSpPr>
          <p:spPr bwMode="auto">
            <a:xfrm>
              <a:off x="1071047" y="3508342"/>
              <a:ext cx="591168" cy="591172"/>
            </a:xfrm>
            <a:custGeom>
              <a:avLst/>
              <a:gdLst>
                <a:gd name="T0" fmla="*/ 46 w 69"/>
                <a:gd name="T1" fmla="*/ 15 h 69"/>
                <a:gd name="T2" fmla="*/ 46 w 69"/>
                <a:gd name="T3" fmla="*/ 33 h 69"/>
                <a:gd name="T4" fmla="*/ 55 w 69"/>
                <a:gd name="T5" fmla="*/ 24 h 69"/>
                <a:gd name="T6" fmla="*/ 46 w 69"/>
                <a:gd name="T7" fmla="*/ 15 h 69"/>
                <a:gd name="T8" fmla="*/ 60 w 69"/>
                <a:gd name="T9" fmla="*/ 8 h 69"/>
                <a:gd name="T10" fmla="*/ 29 w 69"/>
                <a:gd name="T11" fmla="*/ 8 h 69"/>
                <a:gd name="T12" fmla="*/ 26 w 69"/>
                <a:gd name="T13" fmla="*/ 36 h 69"/>
                <a:gd name="T14" fmla="*/ 20 w 69"/>
                <a:gd name="T15" fmla="*/ 42 h 69"/>
                <a:gd name="T16" fmla="*/ 27 w 69"/>
                <a:gd name="T17" fmla="*/ 49 h 69"/>
                <a:gd name="T18" fmla="*/ 33 w 69"/>
                <a:gd name="T19" fmla="*/ 43 h 69"/>
                <a:gd name="T20" fmla="*/ 60 w 69"/>
                <a:gd name="T21" fmla="*/ 40 h 69"/>
                <a:gd name="T22" fmla="*/ 60 w 69"/>
                <a:gd name="T23" fmla="*/ 8 h 69"/>
                <a:gd name="T24" fmla="*/ 34 w 69"/>
                <a:gd name="T25" fmla="*/ 35 h 69"/>
                <a:gd name="T26" fmla="*/ 34 w 69"/>
                <a:gd name="T27" fmla="*/ 13 h 69"/>
                <a:gd name="T28" fmla="*/ 55 w 69"/>
                <a:gd name="T29" fmla="*/ 13 h 69"/>
                <a:gd name="T30" fmla="*/ 55 w 69"/>
                <a:gd name="T31" fmla="*/ 35 h 69"/>
                <a:gd name="T32" fmla="*/ 34 w 69"/>
                <a:gd name="T33" fmla="*/ 35 h 69"/>
                <a:gd name="T34" fmla="*/ 17 w 69"/>
                <a:gd name="T35" fmla="*/ 42 h 69"/>
                <a:gd name="T36" fmla="*/ 0 w 69"/>
                <a:gd name="T37" fmla="*/ 58 h 69"/>
                <a:gd name="T38" fmla="*/ 11 w 69"/>
                <a:gd name="T39" fmla="*/ 69 h 69"/>
                <a:gd name="T40" fmla="*/ 27 w 69"/>
                <a:gd name="T41" fmla="*/ 52 h 69"/>
                <a:gd name="T42" fmla="*/ 17 w 69"/>
                <a:gd name="T43" fmla="*/ 4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9" h="69">
                  <a:moveTo>
                    <a:pt x="46" y="15"/>
                  </a:moveTo>
                  <a:cubicBezTo>
                    <a:pt x="50" y="20"/>
                    <a:pt x="52" y="25"/>
                    <a:pt x="46" y="33"/>
                  </a:cubicBezTo>
                  <a:cubicBezTo>
                    <a:pt x="51" y="33"/>
                    <a:pt x="55" y="29"/>
                    <a:pt x="55" y="24"/>
                  </a:cubicBezTo>
                  <a:cubicBezTo>
                    <a:pt x="55" y="19"/>
                    <a:pt x="51" y="15"/>
                    <a:pt x="46" y="15"/>
                  </a:cubicBezTo>
                  <a:close/>
                  <a:moveTo>
                    <a:pt x="60" y="8"/>
                  </a:moveTo>
                  <a:cubicBezTo>
                    <a:pt x="52" y="0"/>
                    <a:pt x="38" y="0"/>
                    <a:pt x="29" y="8"/>
                  </a:cubicBezTo>
                  <a:cubicBezTo>
                    <a:pt x="21" y="16"/>
                    <a:pt x="20" y="27"/>
                    <a:pt x="26" y="36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42" y="48"/>
                    <a:pt x="53" y="47"/>
                    <a:pt x="60" y="40"/>
                  </a:cubicBezTo>
                  <a:cubicBezTo>
                    <a:pt x="69" y="31"/>
                    <a:pt x="69" y="17"/>
                    <a:pt x="60" y="8"/>
                  </a:cubicBezTo>
                  <a:close/>
                  <a:moveTo>
                    <a:pt x="34" y="35"/>
                  </a:moveTo>
                  <a:cubicBezTo>
                    <a:pt x="28" y="29"/>
                    <a:pt x="28" y="19"/>
                    <a:pt x="34" y="13"/>
                  </a:cubicBezTo>
                  <a:cubicBezTo>
                    <a:pt x="40" y="7"/>
                    <a:pt x="49" y="7"/>
                    <a:pt x="55" y="13"/>
                  </a:cubicBezTo>
                  <a:cubicBezTo>
                    <a:pt x="61" y="19"/>
                    <a:pt x="61" y="29"/>
                    <a:pt x="55" y="35"/>
                  </a:cubicBezTo>
                  <a:cubicBezTo>
                    <a:pt x="49" y="41"/>
                    <a:pt x="40" y="41"/>
                    <a:pt x="34" y="35"/>
                  </a:cubicBezTo>
                  <a:close/>
                  <a:moveTo>
                    <a:pt x="17" y="42"/>
                  </a:moveTo>
                  <a:cubicBezTo>
                    <a:pt x="0" y="58"/>
                    <a:pt x="0" y="58"/>
                    <a:pt x="0" y="58"/>
                  </a:cubicBezTo>
                  <a:cubicBezTo>
                    <a:pt x="11" y="69"/>
                    <a:pt x="11" y="69"/>
                    <a:pt x="11" y="69"/>
                  </a:cubicBezTo>
                  <a:cubicBezTo>
                    <a:pt x="27" y="52"/>
                    <a:pt x="27" y="52"/>
                    <a:pt x="27" y="52"/>
                  </a:cubicBezTo>
                  <a:lnTo>
                    <a:pt x="17" y="42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b="1"/>
            </a:p>
          </p:txBody>
        </p:sp>
        <p:sp>
          <p:nvSpPr>
            <p:cNvPr id="11" name="Freeform 177"/>
            <p:cNvSpPr>
              <a:spLocks noEditPoints="1"/>
            </p:cNvSpPr>
            <p:nvPr/>
          </p:nvSpPr>
          <p:spPr bwMode="auto">
            <a:xfrm>
              <a:off x="1078301" y="3508342"/>
              <a:ext cx="546427" cy="553135"/>
            </a:xfrm>
            <a:custGeom>
              <a:avLst/>
              <a:gdLst>
                <a:gd name="T0" fmla="*/ 46 w 69"/>
                <a:gd name="T1" fmla="*/ 16 h 70"/>
                <a:gd name="T2" fmla="*/ 46 w 69"/>
                <a:gd name="T3" fmla="*/ 34 h 70"/>
                <a:gd name="T4" fmla="*/ 55 w 69"/>
                <a:gd name="T5" fmla="*/ 25 h 70"/>
                <a:gd name="T6" fmla="*/ 46 w 69"/>
                <a:gd name="T7" fmla="*/ 16 h 70"/>
                <a:gd name="T8" fmla="*/ 61 w 69"/>
                <a:gd name="T9" fmla="*/ 9 h 70"/>
                <a:gd name="T10" fmla="*/ 29 w 69"/>
                <a:gd name="T11" fmla="*/ 9 h 70"/>
                <a:gd name="T12" fmla="*/ 26 w 69"/>
                <a:gd name="T13" fmla="*/ 37 h 70"/>
                <a:gd name="T14" fmla="*/ 20 w 69"/>
                <a:gd name="T15" fmla="*/ 43 h 70"/>
                <a:gd name="T16" fmla="*/ 27 w 69"/>
                <a:gd name="T17" fmla="*/ 50 h 70"/>
                <a:gd name="T18" fmla="*/ 33 w 69"/>
                <a:gd name="T19" fmla="*/ 44 h 70"/>
                <a:gd name="T20" fmla="*/ 61 w 69"/>
                <a:gd name="T21" fmla="*/ 41 h 70"/>
                <a:gd name="T22" fmla="*/ 61 w 69"/>
                <a:gd name="T23" fmla="*/ 9 h 70"/>
                <a:gd name="T24" fmla="*/ 34 w 69"/>
                <a:gd name="T25" fmla="*/ 36 h 70"/>
                <a:gd name="T26" fmla="*/ 34 w 69"/>
                <a:gd name="T27" fmla="*/ 14 h 70"/>
                <a:gd name="T28" fmla="*/ 56 w 69"/>
                <a:gd name="T29" fmla="*/ 14 h 70"/>
                <a:gd name="T30" fmla="*/ 56 w 69"/>
                <a:gd name="T31" fmla="*/ 36 h 70"/>
                <a:gd name="T32" fmla="*/ 34 w 69"/>
                <a:gd name="T33" fmla="*/ 36 h 70"/>
                <a:gd name="T34" fmla="*/ 17 w 69"/>
                <a:gd name="T35" fmla="*/ 43 h 70"/>
                <a:gd name="T36" fmla="*/ 0 w 69"/>
                <a:gd name="T37" fmla="*/ 58 h 70"/>
                <a:gd name="T38" fmla="*/ 11 w 69"/>
                <a:gd name="T39" fmla="*/ 70 h 70"/>
                <a:gd name="T40" fmla="*/ 27 w 69"/>
                <a:gd name="T41" fmla="*/ 52 h 70"/>
                <a:gd name="T42" fmla="*/ 17 w 69"/>
                <a:gd name="T43" fmla="*/ 43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9" h="70">
                  <a:moveTo>
                    <a:pt x="46" y="16"/>
                  </a:moveTo>
                  <a:cubicBezTo>
                    <a:pt x="50" y="21"/>
                    <a:pt x="52" y="26"/>
                    <a:pt x="46" y="34"/>
                  </a:cubicBezTo>
                  <a:cubicBezTo>
                    <a:pt x="51" y="34"/>
                    <a:pt x="55" y="30"/>
                    <a:pt x="55" y="25"/>
                  </a:cubicBezTo>
                  <a:cubicBezTo>
                    <a:pt x="55" y="20"/>
                    <a:pt x="51" y="16"/>
                    <a:pt x="46" y="16"/>
                  </a:cubicBezTo>
                  <a:close/>
                  <a:moveTo>
                    <a:pt x="61" y="9"/>
                  </a:moveTo>
                  <a:cubicBezTo>
                    <a:pt x="52" y="0"/>
                    <a:pt x="38" y="0"/>
                    <a:pt x="29" y="9"/>
                  </a:cubicBezTo>
                  <a:cubicBezTo>
                    <a:pt x="22" y="16"/>
                    <a:pt x="21" y="28"/>
                    <a:pt x="26" y="37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7" y="50"/>
                    <a:pt x="27" y="50"/>
                    <a:pt x="27" y="50"/>
                  </a:cubicBezTo>
                  <a:cubicBezTo>
                    <a:pt x="33" y="44"/>
                    <a:pt x="33" y="44"/>
                    <a:pt x="33" y="44"/>
                  </a:cubicBezTo>
                  <a:cubicBezTo>
                    <a:pt x="42" y="49"/>
                    <a:pt x="53" y="48"/>
                    <a:pt x="61" y="41"/>
                  </a:cubicBezTo>
                  <a:cubicBezTo>
                    <a:pt x="69" y="32"/>
                    <a:pt x="69" y="18"/>
                    <a:pt x="61" y="9"/>
                  </a:cubicBezTo>
                  <a:close/>
                  <a:moveTo>
                    <a:pt x="34" y="36"/>
                  </a:moveTo>
                  <a:cubicBezTo>
                    <a:pt x="28" y="30"/>
                    <a:pt x="28" y="20"/>
                    <a:pt x="34" y="14"/>
                  </a:cubicBezTo>
                  <a:cubicBezTo>
                    <a:pt x="40" y="8"/>
                    <a:pt x="50" y="8"/>
                    <a:pt x="56" y="14"/>
                  </a:cubicBezTo>
                  <a:cubicBezTo>
                    <a:pt x="62" y="20"/>
                    <a:pt x="62" y="30"/>
                    <a:pt x="56" y="36"/>
                  </a:cubicBezTo>
                  <a:cubicBezTo>
                    <a:pt x="50" y="42"/>
                    <a:pt x="40" y="42"/>
                    <a:pt x="34" y="36"/>
                  </a:cubicBezTo>
                  <a:close/>
                  <a:moveTo>
                    <a:pt x="17" y="43"/>
                  </a:moveTo>
                  <a:cubicBezTo>
                    <a:pt x="0" y="58"/>
                    <a:pt x="0" y="58"/>
                    <a:pt x="0" y="58"/>
                  </a:cubicBezTo>
                  <a:cubicBezTo>
                    <a:pt x="11" y="70"/>
                    <a:pt x="11" y="70"/>
                    <a:pt x="11" y="70"/>
                  </a:cubicBezTo>
                  <a:cubicBezTo>
                    <a:pt x="27" y="52"/>
                    <a:pt x="27" y="52"/>
                    <a:pt x="27" y="52"/>
                  </a:cubicBezTo>
                  <a:lnTo>
                    <a:pt x="17" y="4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b="1" dirty="0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6096000" y="1384947"/>
            <a:ext cx="622650" cy="622429"/>
            <a:chOff x="441872" y="4072935"/>
            <a:chExt cx="705309" cy="705313"/>
          </a:xfrm>
        </p:grpSpPr>
        <p:grpSp>
          <p:nvGrpSpPr>
            <p:cNvPr id="13" name="组合 12"/>
            <p:cNvGrpSpPr/>
            <p:nvPr/>
          </p:nvGrpSpPr>
          <p:grpSpPr>
            <a:xfrm>
              <a:off x="441872" y="4072935"/>
              <a:ext cx="705309" cy="705313"/>
              <a:chOff x="925975" y="3363269"/>
              <a:chExt cx="899446" cy="899451"/>
            </a:xfrm>
          </p:grpSpPr>
          <p:sp>
            <p:nvSpPr>
              <p:cNvPr id="19" name="Oval 173"/>
              <p:cNvSpPr>
                <a:spLocks noChangeArrowheads="1"/>
              </p:cNvSpPr>
              <p:nvPr/>
            </p:nvSpPr>
            <p:spPr bwMode="auto">
              <a:xfrm>
                <a:off x="925975" y="3363269"/>
                <a:ext cx="899446" cy="899451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800" b="1"/>
              </a:p>
            </p:txBody>
          </p:sp>
          <p:sp>
            <p:nvSpPr>
              <p:cNvPr id="20" name="Oval 174"/>
              <p:cNvSpPr>
                <a:spLocks noChangeArrowheads="1"/>
              </p:cNvSpPr>
              <p:nvPr/>
            </p:nvSpPr>
            <p:spPr bwMode="auto">
              <a:xfrm>
                <a:off x="976750" y="3414044"/>
                <a:ext cx="797896" cy="794274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800" b="1"/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566690" y="4191794"/>
              <a:ext cx="346916" cy="442988"/>
              <a:chOff x="9341700" y="1864776"/>
              <a:chExt cx="471484" cy="602052"/>
            </a:xfrm>
          </p:grpSpPr>
          <p:sp>
            <p:nvSpPr>
              <p:cNvPr id="15" name="Freeform 195"/>
              <p:cNvSpPr>
                <a:spLocks noEditPoints="1"/>
              </p:cNvSpPr>
              <p:nvPr/>
            </p:nvSpPr>
            <p:spPr bwMode="auto">
              <a:xfrm>
                <a:off x="9548428" y="2071505"/>
                <a:ext cx="246622" cy="395323"/>
              </a:xfrm>
              <a:custGeom>
                <a:avLst/>
                <a:gdLst>
                  <a:gd name="T0" fmla="*/ 18 w 29"/>
                  <a:gd name="T1" fmla="*/ 0 h 46"/>
                  <a:gd name="T2" fmla="*/ 18 w 29"/>
                  <a:gd name="T3" fmla="*/ 13 h 46"/>
                  <a:gd name="T4" fmla="*/ 29 w 29"/>
                  <a:gd name="T5" fmla="*/ 13 h 46"/>
                  <a:gd name="T6" fmla="*/ 29 w 29"/>
                  <a:gd name="T7" fmla="*/ 0 h 46"/>
                  <a:gd name="T8" fmla="*/ 18 w 29"/>
                  <a:gd name="T9" fmla="*/ 0 h 46"/>
                  <a:gd name="T10" fmla="*/ 0 w 29"/>
                  <a:gd name="T11" fmla="*/ 32 h 46"/>
                  <a:gd name="T12" fmla="*/ 15 w 29"/>
                  <a:gd name="T13" fmla="*/ 46 h 46"/>
                  <a:gd name="T14" fmla="*/ 29 w 29"/>
                  <a:gd name="T15" fmla="*/ 32 h 46"/>
                  <a:gd name="T16" fmla="*/ 29 w 29"/>
                  <a:gd name="T17" fmla="*/ 15 h 46"/>
                  <a:gd name="T18" fmla="*/ 0 w 29"/>
                  <a:gd name="T19" fmla="*/ 15 h 46"/>
                  <a:gd name="T20" fmla="*/ 0 w 29"/>
                  <a:gd name="T21" fmla="*/ 32 h 46"/>
                  <a:gd name="T22" fmla="*/ 16 w 29"/>
                  <a:gd name="T23" fmla="*/ 0 h 46"/>
                  <a:gd name="T24" fmla="*/ 0 w 29"/>
                  <a:gd name="T25" fmla="*/ 0 h 46"/>
                  <a:gd name="T26" fmla="*/ 0 w 29"/>
                  <a:gd name="T27" fmla="*/ 13 h 46"/>
                  <a:gd name="T28" fmla="*/ 16 w 29"/>
                  <a:gd name="T29" fmla="*/ 13 h 46"/>
                  <a:gd name="T30" fmla="*/ 16 w 29"/>
                  <a:gd name="T31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9" h="46">
                    <a:moveTo>
                      <a:pt x="18" y="0"/>
                    </a:moveTo>
                    <a:cubicBezTo>
                      <a:pt x="18" y="13"/>
                      <a:pt x="18" y="13"/>
                      <a:pt x="18" y="13"/>
                    </a:cubicBezTo>
                    <a:cubicBezTo>
                      <a:pt x="29" y="13"/>
                      <a:pt x="29" y="13"/>
                      <a:pt x="29" y="13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18" y="0"/>
                    </a:lnTo>
                    <a:close/>
                    <a:moveTo>
                      <a:pt x="0" y="32"/>
                    </a:moveTo>
                    <a:cubicBezTo>
                      <a:pt x="0" y="40"/>
                      <a:pt x="7" y="46"/>
                      <a:pt x="15" y="46"/>
                    </a:cubicBezTo>
                    <a:cubicBezTo>
                      <a:pt x="23" y="46"/>
                      <a:pt x="29" y="40"/>
                      <a:pt x="29" y="32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0" y="15"/>
                      <a:pt x="0" y="15"/>
                      <a:pt x="0" y="15"/>
                    </a:cubicBezTo>
                    <a:lnTo>
                      <a:pt x="0" y="32"/>
                    </a:lnTo>
                    <a:close/>
                    <a:moveTo>
                      <a:pt x="16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16" y="13"/>
                      <a:pt x="16" y="13"/>
                      <a:pt x="16" y="13"/>
                    </a:cubicBezTo>
                    <a:lnTo>
                      <a:pt x="16" y="0"/>
                    </a:lnTo>
                    <a:close/>
                  </a:path>
                </a:pathLst>
              </a:custGeom>
              <a:solidFill>
                <a:schemeClr val="tx1">
                  <a:alpha val="2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800" b="1"/>
              </a:p>
            </p:txBody>
          </p:sp>
          <p:sp>
            <p:nvSpPr>
              <p:cNvPr id="16" name="Freeform 196"/>
              <p:cNvSpPr/>
              <p:nvPr/>
            </p:nvSpPr>
            <p:spPr bwMode="auto">
              <a:xfrm>
                <a:off x="9341700" y="1882910"/>
                <a:ext cx="344546" cy="290146"/>
              </a:xfrm>
              <a:custGeom>
                <a:avLst/>
                <a:gdLst>
                  <a:gd name="T0" fmla="*/ 0 w 40"/>
                  <a:gd name="T1" fmla="*/ 19 h 34"/>
                  <a:gd name="T2" fmla="*/ 20 w 40"/>
                  <a:gd name="T3" fmla="*/ 0 h 34"/>
                  <a:gd name="T4" fmla="*/ 20 w 40"/>
                  <a:gd name="T5" fmla="*/ 0 h 34"/>
                  <a:gd name="T6" fmla="*/ 40 w 40"/>
                  <a:gd name="T7" fmla="*/ 19 h 34"/>
                  <a:gd name="T8" fmla="*/ 40 w 40"/>
                  <a:gd name="T9" fmla="*/ 19 h 34"/>
                  <a:gd name="T10" fmla="*/ 37 w 40"/>
                  <a:gd name="T11" fmla="*/ 19 h 34"/>
                  <a:gd name="T12" fmla="*/ 32 w 40"/>
                  <a:gd name="T13" fmla="*/ 8 h 34"/>
                  <a:gd name="T14" fmla="*/ 32 w 40"/>
                  <a:gd name="T15" fmla="*/ 8 h 34"/>
                  <a:gd name="T16" fmla="*/ 20 w 40"/>
                  <a:gd name="T17" fmla="*/ 3 h 34"/>
                  <a:gd name="T18" fmla="*/ 20 w 40"/>
                  <a:gd name="T19" fmla="*/ 3 h 34"/>
                  <a:gd name="T20" fmla="*/ 8 w 40"/>
                  <a:gd name="T21" fmla="*/ 8 h 34"/>
                  <a:gd name="T22" fmla="*/ 8 w 40"/>
                  <a:gd name="T23" fmla="*/ 8 h 34"/>
                  <a:gd name="T24" fmla="*/ 3 w 40"/>
                  <a:gd name="T25" fmla="*/ 19 h 34"/>
                  <a:gd name="T26" fmla="*/ 3 w 40"/>
                  <a:gd name="T27" fmla="*/ 19 h 34"/>
                  <a:gd name="T28" fmla="*/ 9 w 40"/>
                  <a:gd name="T29" fmla="*/ 32 h 34"/>
                  <a:gd name="T30" fmla="*/ 9 w 40"/>
                  <a:gd name="T31" fmla="*/ 32 h 34"/>
                  <a:gd name="T32" fmla="*/ 7 w 40"/>
                  <a:gd name="T33" fmla="*/ 34 h 34"/>
                  <a:gd name="T34" fmla="*/ 0 w 40"/>
                  <a:gd name="T35" fmla="*/ 19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0" h="34">
                    <a:moveTo>
                      <a:pt x="0" y="19"/>
                    </a:moveTo>
                    <a:cubicBezTo>
                      <a:pt x="0" y="9"/>
                      <a:pt x="9" y="0"/>
                      <a:pt x="20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31" y="0"/>
                      <a:pt x="40" y="9"/>
                      <a:pt x="40" y="19"/>
                    </a:cubicBezTo>
                    <a:cubicBezTo>
                      <a:pt x="40" y="19"/>
                      <a:pt x="40" y="19"/>
                      <a:pt x="40" y="19"/>
                    </a:cubicBezTo>
                    <a:cubicBezTo>
                      <a:pt x="37" y="19"/>
                      <a:pt x="37" y="19"/>
                      <a:pt x="37" y="19"/>
                    </a:cubicBezTo>
                    <a:cubicBezTo>
                      <a:pt x="37" y="15"/>
                      <a:pt x="35" y="11"/>
                      <a:pt x="32" y="8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29" y="5"/>
                      <a:pt x="25" y="3"/>
                      <a:pt x="20" y="3"/>
                    </a:cubicBezTo>
                    <a:cubicBezTo>
                      <a:pt x="20" y="3"/>
                      <a:pt x="20" y="3"/>
                      <a:pt x="20" y="3"/>
                    </a:cubicBezTo>
                    <a:cubicBezTo>
                      <a:pt x="15" y="3"/>
                      <a:pt x="11" y="5"/>
                      <a:pt x="8" y="8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5" y="11"/>
                      <a:pt x="3" y="15"/>
                      <a:pt x="3" y="19"/>
                    </a:cubicBezTo>
                    <a:cubicBezTo>
                      <a:pt x="3" y="19"/>
                      <a:pt x="3" y="19"/>
                      <a:pt x="3" y="19"/>
                    </a:cubicBezTo>
                    <a:cubicBezTo>
                      <a:pt x="3" y="24"/>
                      <a:pt x="5" y="29"/>
                      <a:pt x="9" y="32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3" y="30"/>
                      <a:pt x="0" y="25"/>
                      <a:pt x="0" y="19"/>
                    </a:cubicBezTo>
                    <a:close/>
                  </a:path>
                </a:pathLst>
              </a:custGeom>
              <a:solidFill>
                <a:schemeClr val="tx1">
                  <a:alpha val="2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800" b="1"/>
              </a:p>
            </p:txBody>
          </p:sp>
          <p:sp>
            <p:nvSpPr>
              <p:cNvPr id="17" name="Freeform 197"/>
              <p:cNvSpPr>
                <a:spLocks noEditPoints="1"/>
              </p:cNvSpPr>
              <p:nvPr/>
            </p:nvSpPr>
            <p:spPr bwMode="auto">
              <a:xfrm>
                <a:off x="9562935" y="2064251"/>
                <a:ext cx="250249" cy="391697"/>
              </a:xfrm>
              <a:custGeom>
                <a:avLst/>
                <a:gdLst>
                  <a:gd name="T0" fmla="*/ 18 w 29"/>
                  <a:gd name="T1" fmla="*/ 0 h 46"/>
                  <a:gd name="T2" fmla="*/ 18 w 29"/>
                  <a:gd name="T3" fmla="*/ 13 h 46"/>
                  <a:gd name="T4" fmla="*/ 29 w 29"/>
                  <a:gd name="T5" fmla="*/ 13 h 46"/>
                  <a:gd name="T6" fmla="*/ 29 w 29"/>
                  <a:gd name="T7" fmla="*/ 0 h 46"/>
                  <a:gd name="T8" fmla="*/ 18 w 29"/>
                  <a:gd name="T9" fmla="*/ 0 h 46"/>
                  <a:gd name="T10" fmla="*/ 0 w 29"/>
                  <a:gd name="T11" fmla="*/ 31 h 46"/>
                  <a:gd name="T12" fmla="*/ 14 w 29"/>
                  <a:gd name="T13" fmla="*/ 46 h 46"/>
                  <a:gd name="T14" fmla="*/ 29 w 29"/>
                  <a:gd name="T15" fmla="*/ 31 h 46"/>
                  <a:gd name="T16" fmla="*/ 29 w 29"/>
                  <a:gd name="T17" fmla="*/ 15 h 46"/>
                  <a:gd name="T18" fmla="*/ 0 w 29"/>
                  <a:gd name="T19" fmla="*/ 15 h 46"/>
                  <a:gd name="T20" fmla="*/ 0 w 29"/>
                  <a:gd name="T21" fmla="*/ 31 h 46"/>
                  <a:gd name="T22" fmla="*/ 15 w 29"/>
                  <a:gd name="T23" fmla="*/ 0 h 46"/>
                  <a:gd name="T24" fmla="*/ 0 w 29"/>
                  <a:gd name="T25" fmla="*/ 0 h 46"/>
                  <a:gd name="T26" fmla="*/ 0 w 29"/>
                  <a:gd name="T27" fmla="*/ 13 h 46"/>
                  <a:gd name="T28" fmla="*/ 15 w 29"/>
                  <a:gd name="T29" fmla="*/ 13 h 46"/>
                  <a:gd name="T30" fmla="*/ 15 w 29"/>
                  <a:gd name="T31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9" h="46">
                    <a:moveTo>
                      <a:pt x="18" y="0"/>
                    </a:moveTo>
                    <a:cubicBezTo>
                      <a:pt x="18" y="13"/>
                      <a:pt x="18" y="13"/>
                      <a:pt x="18" y="13"/>
                    </a:cubicBezTo>
                    <a:cubicBezTo>
                      <a:pt x="29" y="13"/>
                      <a:pt x="29" y="13"/>
                      <a:pt x="29" y="13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18" y="0"/>
                    </a:lnTo>
                    <a:close/>
                    <a:moveTo>
                      <a:pt x="0" y="31"/>
                    </a:moveTo>
                    <a:cubicBezTo>
                      <a:pt x="0" y="39"/>
                      <a:pt x="6" y="46"/>
                      <a:pt x="14" y="46"/>
                    </a:cubicBezTo>
                    <a:cubicBezTo>
                      <a:pt x="22" y="46"/>
                      <a:pt x="29" y="39"/>
                      <a:pt x="29" y="31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0" y="15"/>
                      <a:pt x="0" y="15"/>
                      <a:pt x="0" y="15"/>
                    </a:cubicBezTo>
                    <a:lnTo>
                      <a:pt x="0" y="31"/>
                    </a:lnTo>
                    <a:close/>
                    <a:moveTo>
                      <a:pt x="1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15" y="13"/>
                      <a:pt x="15" y="13"/>
                      <a:pt x="15" y="13"/>
                    </a:cubicBez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800" b="1"/>
              </a:p>
            </p:txBody>
          </p:sp>
          <p:sp>
            <p:nvSpPr>
              <p:cNvPr id="18" name="Freeform 198"/>
              <p:cNvSpPr/>
              <p:nvPr/>
            </p:nvSpPr>
            <p:spPr bwMode="auto">
              <a:xfrm>
                <a:off x="9359834" y="1864776"/>
                <a:ext cx="333666" cy="301026"/>
              </a:xfrm>
              <a:custGeom>
                <a:avLst/>
                <a:gdLst>
                  <a:gd name="T0" fmla="*/ 0 w 39"/>
                  <a:gd name="T1" fmla="*/ 20 h 35"/>
                  <a:gd name="T2" fmla="*/ 19 w 39"/>
                  <a:gd name="T3" fmla="*/ 0 h 35"/>
                  <a:gd name="T4" fmla="*/ 19 w 39"/>
                  <a:gd name="T5" fmla="*/ 0 h 35"/>
                  <a:gd name="T6" fmla="*/ 39 w 39"/>
                  <a:gd name="T7" fmla="*/ 20 h 35"/>
                  <a:gd name="T8" fmla="*/ 39 w 39"/>
                  <a:gd name="T9" fmla="*/ 20 h 35"/>
                  <a:gd name="T10" fmla="*/ 36 w 39"/>
                  <a:gd name="T11" fmla="*/ 20 h 35"/>
                  <a:gd name="T12" fmla="*/ 31 w 39"/>
                  <a:gd name="T13" fmla="*/ 8 h 35"/>
                  <a:gd name="T14" fmla="*/ 31 w 39"/>
                  <a:gd name="T15" fmla="*/ 8 h 35"/>
                  <a:gd name="T16" fmla="*/ 19 w 39"/>
                  <a:gd name="T17" fmla="*/ 3 h 35"/>
                  <a:gd name="T18" fmla="*/ 19 w 39"/>
                  <a:gd name="T19" fmla="*/ 3 h 35"/>
                  <a:gd name="T20" fmla="*/ 7 w 39"/>
                  <a:gd name="T21" fmla="*/ 8 h 35"/>
                  <a:gd name="T22" fmla="*/ 7 w 39"/>
                  <a:gd name="T23" fmla="*/ 8 h 35"/>
                  <a:gd name="T24" fmla="*/ 3 w 39"/>
                  <a:gd name="T25" fmla="*/ 20 h 35"/>
                  <a:gd name="T26" fmla="*/ 3 w 39"/>
                  <a:gd name="T27" fmla="*/ 20 h 35"/>
                  <a:gd name="T28" fmla="*/ 8 w 39"/>
                  <a:gd name="T29" fmla="*/ 32 h 35"/>
                  <a:gd name="T30" fmla="*/ 8 w 39"/>
                  <a:gd name="T31" fmla="*/ 32 h 35"/>
                  <a:gd name="T32" fmla="*/ 6 w 39"/>
                  <a:gd name="T33" fmla="*/ 35 h 35"/>
                  <a:gd name="T34" fmla="*/ 0 w 39"/>
                  <a:gd name="T35" fmla="*/ 2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9" h="35">
                    <a:moveTo>
                      <a:pt x="0" y="20"/>
                    </a:moveTo>
                    <a:cubicBezTo>
                      <a:pt x="0" y="9"/>
                      <a:pt x="8" y="1"/>
                      <a:pt x="19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30" y="1"/>
                      <a:pt x="39" y="9"/>
                      <a:pt x="39" y="20"/>
                    </a:cubicBezTo>
                    <a:cubicBezTo>
                      <a:pt x="39" y="20"/>
                      <a:pt x="39" y="20"/>
                      <a:pt x="39" y="20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16"/>
                      <a:pt x="34" y="11"/>
                      <a:pt x="31" y="8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28" y="5"/>
                      <a:pt x="24" y="3"/>
                      <a:pt x="19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5" y="3"/>
                      <a:pt x="10" y="5"/>
                      <a:pt x="7" y="8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4" y="11"/>
                      <a:pt x="3" y="16"/>
                      <a:pt x="3" y="20"/>
                    </a:cubicBezTo>
                    <a:cubicBezTo>
                      <a:pt x="3" y="20"/>
                      <a:pt x="3" y="20"/>
                      <a:pt x="3" y="20"/>
                    </a:cubicBezTo>
                    <a:cubicBezTo>
                      <a:pt x="3" y="25"/>
                      <a:pt x="5" y="29"/>
                      <a:pt x="8" y="32"/>
                    </a:cubicBezTo>
                    <a:cubicBezTo>
                      <a:pt x="8" y="32"/>
                      <a:pt x="8" y="32"/>
                      <a:pt x="8" y="32"/>
                    </a:cubicBezTo>
                    <a:cubicBezTo>
                      <a:pt x="6" y="35"/>
                      <a:pt x="6" y="35"/>
                      <a:pt x="6" y="35"/>
                    </a:cubicBezTo>
                    <a:cubicBezTo>
                      <a:pt x="2" y="31"/>
                      <a:pt x="0" y="26"/>
                      <a:pt x="0" y="2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800" b="1"/>
              </a:p>
            </p:txBody>
          </p:sp>
        </p:grpSp>
      </p:grpSp>
      <p:sp>
        <p:nvSpPr>
          <p:cNvPr id="21" name="Content Placeholder 3"/>
          <p:cNvSpPr>
            <a:spLocks noGrp="1"/>
          </p:cNvSpPr>
          <p:nvPr>
            <p:ph sz="half" idx="10"/>
          </p:nvPr>
        </p:nvSpPr>
        <p:spPr>
          <a:xfrm>
            <a:off x="6096000" y="2270783"/>
            <a:ext cx="5386917" cy="4135682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238435" y="1557226"/>
            <a:ext cx="4343965" cy="4877792"/>
          </a:xfrm>
        </p:spPr>
        <p:txBody>
          <a:bodyPr/>
          <a:lstStyle>
            <a:lvl1pPr marL="0" indent="0">
              <a:buNone/>
              <a:defRPr sz="4300"/>
            </a:lvl1pPr>
            <a:lvl2pPr marL="609600" indent="0">
              <a:buNone/>
              <a:defRPr sz="3700"/>
            </a:lvl2pPr>
            <a:lvl3pPr marL="1219200" indent="0">
              <a:buNone/>
              <a:defRPr sz="3200"/>
            </a:lvl3pPr>
            <a:lvl4pPr marL="1828165" indent="0">
              <a:buNone/>
              <a:defRPr sz="2700"/>
            </a:lvl4pPr>
            <a:lvl5pPr marL="2437765" indent="0">
              <a:buNone/>
              <a:defRPr sz="2700"/>
            </a:lvl5pPr>
            <a:lvl6pPr marL="3047365" indent="0">
              <a:buNone/>
              <a:defRPr sz="2700"/>
            </a:lvl6pPr>
            <a:lvl7pPr marL="3656965" indent="0">
              <a:buNone/>
              <a:defRPr sz="2700"/>
            </a:lvl7pPr>
            <a:lvl8pPr marL="4265930" indent="0">
              <a:buNone/>
              <a:defRPr sz="2700"/>
            </a:lvl8pPr>
            <a:lvl9pPr marL="4875530" indent="0">
              <a:buNone/>
              <a:defRPr sz="27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内容占位符 2"/>
          <p:cNvSpPr>
            <a:spLocks noGrp="1"/>
          </p:cNvSpPr>
          <p:nvPr>
            <p:ph idx="13"/>
          </p:nvPr>
        </p:nvSpPr>
        <p:spPr>
          <a:xfrm>
            <a:off x="550662" y="1557226"/>
            <a:ext cx="6139463" cy="4877792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9854223" y="5497494"/>
            <a:ext cx="1878031" cy="1065838"/>
            <a:chOff x="9675584" y="5175723"/>
            <a:chExt cx="1877787" cy="1129564"/>
          </a:xfrm>
        </p:grpSpPr>
        <p:sp>
          <p:nvSpPr>
            <p:cNvPr id="4" name="矩形 3"/>
            <p:cNvSpPr/>
            <p:nvPr/>
          </p:nvSpPr>
          <p:spPr>
            <a:xfrm>
              <a:off x="11286669" y="5640179"/>
              <a:ext cx="266702" cy="66188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b="1"/>
            </a:p>
          </p:txBody>
        </p:sp>
        <p:sp>
          <p:nvSpPr>
            <p:cNvPr id="5" name="矩形 4"/>
            <p:cNvSpPr/>
            <p:nvPr/>
          </p:nvSpPr>
          <p:spPr>
            <a:xfrm>
              <a:off x="10642146" y="5828865"/>
              <a:ext cx="266702" cy="4764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b="1"/>
            </a:p>
          </p:txBody>
        </p:sp>
        <p:sp>
          <p:nvSpPr>
            <p:cNvPr id="6" name="矩形 5"/>
            <p:cNvSpPr/>
            <p:nvPr/>
          </p:nvSpPr>
          <p:spPr>
            <a:xfrm>
              <a:off x="10241641" y="5175723"/>
              <a:ext cx="266702" cy="1129564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b="1"/>
            </a:p>
          </p:txBody>
        </p:sp>
        <p:sp>
          <p:nvSpPr>
            <p:cNvPr id="7" name="矩形 6"/>
            <p:cNvSpPr/>
            <p:nvPr/>
          </p:nvSpPr>
          <p:spPr>
            <a:xfrm>
              <a:off x="9675584" y="5974341"/>
              <a:ext cx="266702" cy="330945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b="1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 userDrawn="1"/>
        </p:nvSpPr>
        <p:spPr>
          <a:xfrm>
            <a:off x="2389717" y="5866836"/>
            <a:ext cx="7315200" cy="755651"/>
          </a:xfrm>
          <a:prstGeom prst="rect">
            <a:avLst/>
          </a:prstGeom>
        </p:spPr>
        <p:txBody>
          <a:bodyPr vert="horz" lIns="121889" tIns="60944" rIns="121889" bIns="60944" rtlCol="0" anchor="b">
            <a:norm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2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000" dirty="0"/>
              <a:t>单击此处编辑母版标题样式</a:t>
            </a:r>
            <a:endParaRPr lang="en-US" sz="2000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304253"/>
            <a:ext cx="7315200" cy="5486400"/>
          </a:xfrm>
        </p:spPr>
        <p:txBody>
          <a:bodyPr/>
          <a:lstStyle>
            <a:lvl1pPr marL="0" indent="0">
              <a:buNone/>
              <a:defRPr sz="4300"/>
            </a:lvl1pPr>
            <a:lvl2pPr marL="609600" indent="0">
              <a:buNone/>
              <a:defRPr sz="3700"/>
            </a:lvl2pPr>
            <a:lvl3pPr marL="1219200" indent="0">
              <a:buNone/>
              <a:defRPr sz="3200"/>
            </a:lvl3pPr>
            <a:lvl4pPr marL="1828165" indent="0">
              <a:buNone/>
              <a:defRPr sz="2700"/>
            </a:lvl4pPr>
            <a:lvl5pPr marL="2437765" indent="0">
              <a:buNone/>
              <a:defRPr sz="2700"/>
            </a:lvl5pPr>
            <a:lvl6pPr marL="3047365" indent="0">
              <a:buNone/>
              <a:defRPr sz="2700"/>
            </a:lvl6pPr>
            <a:lvl7pPr marL="3656965" indent="0">
              <a:buNone/>
              <a:defRPr sz="2700"/>
            </a:lvl7pPr>
            <a:lvl8pPr marL="4265930" indent="0">
              <a:buNone/>
              <a:defRPr sz="2700"/>
            </a:lvl8pPr>
            <a:lvl9pPr marL="4875530" indent="0">
              <a:buNone/>
              <a:defRPr sz="27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599" y="8475134"/>
            <a:ext cx="2844800" cy="486833"/>
          </a:xfrm>
          <a:prstGeom prst="rect">
            <a:avLst/>
          </a:prstGeom>
        </p:spPr>
        <p:txBody>
          <a:bodyPr lIns="121917" tIns="60958" rIns="121917" bIns="60958"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1" y="8475134"/>
            <a:ext cx="3860800" cy="486833"/>
          </a:xfrm>
          <a:prstGeom prst="rect">
            <a:avLst/>
          </a:prstGeom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1" y="8475134"/>
            <a:ext cx="2844800" cy="486833"/>
          </a:xfrm>
          <a:prstGeom prst="rect">
            <a:avLst/>
          </a:prstGeom>
        </p:spPr>
        <p:txBody>
          <a:bodyPr lIns="121917" tIns="60958" rIns="121917" bIns="60958"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6" name="矩形 5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599" y="8475134"/>
            <a:ext cx="2844800" cy="486833"/>
          </a:xfrm>
          <a:prstGeom prst="rect">
            <a:avLst/>
          </a:prstGeom>
        </p:spPr>
        <p:txBody>
          <a:bodyPr lIns="121917" tIns="60958" rIns="121917" bIns="60958"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1" y="8475134"/>
            <a:ext cx="3860800" cy="486833"/>
          </a:xfrm>
          <a:prstGeom prst="rect">
            <a:avLst/>
          </a:prstGeom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1" y="8475134"/>
            <a:ext cx="2844800" cy="486833"/>
          </a:xfrm>
          <a:prstGeom prst="rect">
            <a:avLst/>
          </a:prstGeom>
        </p:spPr>
        <p:txBody>
          <a:bodyPr lIns="121917" tIns="60958" rIns="121917" bIns="60958"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95960" y="6356350"/>
            <a:ext cx="2743200" cy="365125"/>
          </a:xfr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753983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8_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t>单击此处添加标题</a:t>
            </a:r>
          </a:p>
        </p:txBody>
      </p:sp>
      <p:sp>
        <p:nvSpPr>
          <p:cNvPr id="7" name="装饰  6"/>
          <p:cNvSpPr>
            <a:spLocks noGrp="1"/>
          </p:cNvSpPr>
          <p:nvPr>
            <p:ph type="body" idx="16394" hasCustomPrompt="1"/>
            <p:custDataLst>
              <p:tags r:id="rId3"/>
            </p:custDataLst>
          </p:nvPr>
        </p:nvSpPr>
        <p:spPr>
          <a:xfrm>
            <a:off x="609600" y="1524000"/>
            <a:ext cx="2514600" cy="4724400"/>
          </a:xfrm>
          <a:custGeom>
            <a:avLst/>
            <a:gdLst>
              <a:gd name="connisteX0" fmla="*/ 0 w 2514600"/>
              <a:gd name="connsiteY0" fmla="*/ 203200 h 4724400"/>
              <a:gd name="connisteX1" fmla="*/ 203200 w 2514600"/>
              <a:gd name="connsiteY1" fmla="*/ 0 h 4724400"/>
              <a:gd name="connisteX2" fmla="*/ 2311400 w 2514600"/>
              <a:gd name="connsiteY2" fmla="*/ 0 h 4724400"/>
              <a:gd name="connisteX3" fmla="*/ 2514600 w 2514600"/>
              <a:gd name="connsiteY3" fmla="*/ 203200 h 4724400"/>
              <a:gd name="connisteX4" fmla="*/ 2514600 w 2514600"/>
              <a:gd name="connsiteY4" fmla="*/ 4521200 h 4724400"/>
              <a:gd name="connisteX5" fmla="*/ 2311400 w 2514600"/>
              <a:gd name="connsiteY5" fmla="*/ 4724400 h 4724400"/>
              <a:gd name="connisteX6" fmla="*/ 203200 w 2514600"/>
              <a:gd name="connsiteY6" fmla="*/ 4724400 h 4724400"/>
              <a:gd name="connisteX7" fmla="*/ 0 w 2514600"/>
              <a:gd name="connsiteY7" fmla="*/ 4521200 h 4724400"/>
              <a:gd name="connisteX8" fmla="*/ 0 w 25146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14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521200"/>
                </a:lnTo>
                <a:cubicBezTo>
                  <a:pt x="2514600" y="4633424"/>
                  <a:pt x="2423624" y="4724400"/>
                  <a:pt x="23114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图片占位符 7"/>
          <p:cNvSpPr>
            <a:spLocks noGrp="1"/>
          </p:cNvSpPr>
          <p:nvPr>
            <p:ph type="pic" idx="16395" hasCustomPrompt="1"/>
            <p:custDataLst>
              <p:tags r:id="rId4"/>
            </p:custDataLst>
          </p:nvPr>
        </p:nvSpPr>
        <p:spPr>
          <a:xfrm>
            <a:off x="812800" y="1727200"/>
            <a:ext cx="2108200" cy="24384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812800" y="4368800"/>
            <a:ext cx="2108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812800" y="4826000"/>
            <a:ext cx="2108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1" name="装饰  0"/>
          <p:cNvSpPr>
            <a:spLocks noGrp="1"/>
          </p:cNvSpPr>
          <p:nvPr>
            <p:ph type="body" idx="16396" hasCustomPrompt="1"/>
            <p:custDataLst>
              <p:tags r:id="rId7"/>
            </p:custDataLst>
          </p:nvPr>
        </p:nvSpPr>
        <p:spPr>
          <a:xfrm>
            <a:off x="3429000" y="1524000"/>
            <a:ext cx="2514600" cy="4724400"/>
          </a:xfrm>
          <a:custGeom>
            <a:avLst/>
            <a:gdLst>
              <a:gd name="connisteX0" fmla="*/ 0 w 2514600"/>
              <a:gd name="connsiteY0" fmla="*/ 203200 h 4724400"/>
              <a:gd name="connisteX1" fmla="*/ 203200 w 2514600"/>
              <a:gd name="connsiteY1" fmla="*/ 0 h 4724400"/>
              <a:gd name="connisteX2" fmla="*/ 2311400 w 2514600"/>
              <a:gd name="connsiteY2" fmla="*/ 0 h 4724400"/>
              <a:gd name="connisteX3" fmla="*/ 2514600 w 2514600"/>
              <a:gd name="connsiteY3" fmla="*/ 203200 h 4724400"/>
              <a:gd name="connisteX4" fmla="*/ 2514600 w 2514600"/>
              <a:gd name="connsiteY4" fmla="*/ 4521200 h 4724400"/>
              <a:gd name="connisteX5" fmla="*/ 2311400 w 2514600"/>
              <a:gd name="connsiteY5" fmla="*/ 4724400 h 4724400"/>
              <a:gd name="connisteX6" fmla="*/ 203200 w 2514600"/>
              <a:gd name="connsiteY6" fmla="*/ 4724400 h 4724400"/>
              <a:gd name="connisteX7" fmla="*/ 0 w 2514600"/>
              <a:gd name="connsiteY7" fmla="*/ 4521200 h 4724400"/>
              <a:gd name="connisteX8" fmla="*/ 0 w 25146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14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521200"/>
                </a:lnTo>
                <a:cubicBezTo>
                  <a:pt x="2514600" y="4633424"/>
                  <a:pt x="2423624" y="4724400"/>
                  <a:pt x="23114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idx="16397" hasCustomPrompt="1"/>
            <p:custDataLst>
              <p:tags r:id="rId8"/>
            </p:custDataLst>
          </p:nvPr>
        </p:nvSpPr>
        <p:spPr>
          <a:xfrm>
            <a:off x="3632200" y="1727200"/>
            <a:ext cx="2108200" cy="24384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3632200" y="4368800"/>
            <a:ext cx="2108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3632200" y="4826000"/>
            <a:ext cx="2108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5" name="装饰  4"/>
          <p:cNvSpPr>
            <a:spLocks noGrp="1"/>
          </p:cNvSpPr>
          <p:nvPr>
            <p:ph type="body" idx="16398" hasCustomPrompt="1"/>
            <p:custDataLst>
              <p:tags r:id="rId11"/>
            </p:custDataLst>
          </p:nvPr>
        </p:nvSpPr>
        <p:spPr>
          <a:xfrm>
            <a:off x="6248400" y="1524000"/>
            <a:ext cx="2514600" cy="4724400"/>
          </a:xfrm>
          <a:custGeom>
            <a:avLst/>
            <a:gdLst>
              <a:gd name="connisteX0" fmla="*/ 0 w 2514600"/>
              <a:gd name="connsiteY0" fmla="*/ 203200 h 4724400"/>
              <a:gd name="connisteX1" fmla="*/ 203200 w 2514600"/>
              <a:gd name="connsiteY1" fmla="*/ 0 h 4724400"/>
              <a:gd name="connisteX2" fmla="*/ 2311400 w 2514600"/>
              <a:gd name="connsiteY2" fmla="*/ 0 h 4724400"/>
              <a:gd name="connisteX3" fmla="*/ 2514600 w 2514600"/>
              <a:gd name="connsiteY3" fmla="*/ 203200 h 4724400"/>
              <a:gd name="connisteX4" fmla="*/ 2514600 w 2514600"/>
              <a:gd name="connsiteY4" fmla="*/ 4521200 h 4724400"/>
              <a:gd name="connisteX5" fmla="*/ 2311400 w 2514600"/>
              <a:gd name="connsiteY5" fmla="*/ 4724400 h 4724400"/>
              <a:gd name="connisteX6" fmla="*/ 203200 w 2514600"/>
              <a:gd name="connsiteY6" fmla="*/ 4724400 h 4724400"/>
              <a:gd name="connisteX7" fmla="*/ 0 w 2514600"/>
              <a:gd name="connsiteY7" fmla="*/ 4521200 h 4724400"/>
              <a:gd name="connisteX8" fmla="*/ 0 w 25146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14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521200"/>
                </a:lnTo>
                <a:cubicBezTo>
                  <a:pt x="2514600" y="4633424"/>
                  <a:pt x="2423624" y="4724400"/>
                  <a:pt x="23114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6399" hasCustomPrompt="1"/>
            <p:custDataLst>
              <p:tags r:id="rId12"/>
            </p:custDataLst>
          </p:nvPr>
        </p:nvSpPr>
        <p:spPr>
          <a:xfrm>
            <a:off x="6451600" y="1727200"/>
            <a:ext cx="2108200" cy="24384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6451600" y="4368800"/>
            <a:ext cx="2108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6451600" y="4826000"/>
            <a:ext cx="2108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9" name="装饰  8"/>
          <p:cNvSpPr>
            <a:spLocks noGrp="1"/>
          </p:cNvSpPr>
          <p:nvPr>
            <p:ph type="body" idx="16400" hasCustomPrompt="1"/>
            <p:custDataLst>
              <p:tags r:id="rId15"/>
            </p:custDataLst>
          </p:nvPr>
        </p:nvSpPr>
        <p:spPr>
          <a:xfrm>
            <a:off x="9067800" y="1524000"/>
            <a:ext cx="2514600" cy="4724400"/>
          </a:xfrm>
          <a:custGeom>
            <a:avLst/>
            <a:gdLst>
              <a:gd name="connisteX0" fmla="*/ 0 w 2514600"/>
              <a:gd name="connsiteY0" fmla="*/ 203200 h 4724400"/>
              <a:gd name="connisteX1" fmla="*/ 203200 w 2514600"/>
              <a:gd name="connsiteY1" fmla="*/ 0 h 4724400"/>
              <a:gd name="connisteX2" fmla="*/ 2311400 w 2514600"/>
              <a:gd name="connsiteY2" fmla="*/ 0 h 4724400"/>
              <a:gd name="connisteX3" fmla="*/ 2514600 w 2514600"/>
              <a:gd name="connsiteY3" fmla="*/ 203200 h 4724400"/>
              <a:gd name="connisteX4" fmla="*/ 2514600 w 2514600"/>
              <a:gd name="connsiteY4" fmla="*/ 4521200 h 4724400"/>
              <a:gd name="connisteX5" fmla="*/ 2311400 w 2514600"/>
              <a:gd name="connsiteY5" fmla="*/ 4724400 h 4724400"/>
              <a:gd name="connisteX6" fmla="*/ 203200 w 2514600"/>
              <a:gd name="connsiteY6" fmla="*/ 4724400 h 4724400"/>
              <a:gd name="connisteX7" fmla="*/ 0 w 2514600"/>
              <a:gd name="connsiteY7" fmla="*/ 4521200 h 4724400"/>
              <a:gd name="connisteX8" fmla="*/ 0 w 25146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14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521200"/>
                </a:lnTo>
                <a:cubicBezTo>
                  <a:pt x="2514600" y="4633424"/>
                  <a:pt x="2423624" y="4724400"/>
                  <a:pt x="23114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0" name="图片占位符 19"/>
          <p:cNvSpPr>
            <a:spLocks noGrp="1"/>
          </p:cNvSpPr>
          <p:nvPr>
            <p:ph type="pic" idx="16401" hasCustomPrompt="1"/>
            <p:custDataLst>
              <p:tags r:id="rId16"/>
            </p:custDataLst>
          </p:nvPr>
        </p:nvSpPr>
        <p:spPr>
          <a:xfrm>
            <a:off x="9271000" y="1727200"/>
            <a:ext cx="2108200" cy="24384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2" hasCustomPrompt="1"/>
            <p:custDataLst>
              <p:tags r:id="rId17"/>
            </p:custDataLst>
          </p:nvPr>
        </p:nvSpPr>
        <p:spPr>
          <a:xfrm>
            <a:off x="9271000" y="4368800"/>
            <a:ext cx="2108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271000" y="4826000"/>
            <a:ext cx="2108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9_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1524000"/>
            <a:ext cx="3454400" cy="3251200"/>
          </a:xfrm>
          <a:custGeom>
            <a:avLst/>
            <a:gdLst>
              <a:gd name="connisteX0" fmla="*/ 0 w 3454400"/>
              <a:gd name="connsiteY0" fmla="*/ 203200 h 3251200"/>
              <a:gd name="connisteX1" fmla="*/ 203200 w 3454400"/>
              <a:gd name="connsiteY1" fmla="*/ 0 h 3251200"/>
              <a:gd name="connisteX2" fmla="*/ 3251200 w 3454400"/>
              <a:gd name="connsiteY2" fmla="*/ 0 h 3251200"/>
              <a:gd name="connisteX3" fmla="*/ 3454400 w 3454400"/>
              <a:gd name="connsiteY3" fmla="*/ 203200 h 3251200"/>
              <a:gd name="connisteX4" fmla="*/ 3454400 w 3454400"/>
              <a:gd name="connsiteY4" fmla="*/ 3048000 h 3251200"/>
              <a:gd name="connisteX5" fmla="*/ 3251200 w 3454400"/>
              <a:gd name="connsiteY5" fmla="*/ 3251200 h 3251200"/>
              <a:gd name="connisteX6" fmla="*/ 203200 w 3454400"/>
              <a:gd name="connsiteY6" fmla="*/ 3251200 h 3251200"/>
              <a:gd name="connisteX7" fmla="*/ 0 w 3454400"/>
              <a:gd name="connsiteY7" fmla="*/ 3048000 h 3251200"/>
              <a:gd name="connisteX8" fmla="*/ 0 w 3454400"/>
              <a:gd name="connsiteY8" fmla="*/ 203200 h 3251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3251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048000"/>
                </a:lnTo>
                <a:cubicBezTo>
                  <a:pt x="3454400" y="3160224"/>
                  <a:pt x="3363424" y="3251200"/>
                  <a:pt x="3251200" y="3251200"/>
                </a:cubicBezTo>
                <a:lnTo>
                  <a:pt x="203200" y="3251200"/>
                </a:lnTo>
                <a:cubicBezTo>
                  <a:pt x="90976" y="3251200"/>
                  <a:pt x="0" y="3160224"/>
                  <a:pt x="0" y="3048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50800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5638800"/>
            <a:ext cx="345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0" name="内容占位符 9"/>
          <p:cNvSpPr>
            <a:spLocks noGrp="1"/>
          </p:cNvSpPr>
          <p:nvPr>
            <p:ph idx="16393" hasCustomPrompt="1"/>
            <p:custDataLst>
              <p:tags r:id="rId6"/>
            </p:custDataLst>
          </p:nvPr>
        </p:nvSpPr>
        <p:spPr>
          <a:xfrm>
            <a:off x="4368800" y="1524000"/>
            <a:ext cx="3454400" cy="3251200"/>
          </a:xfrm>
          <a:custGeom>
            <a:avLst/>
            <a:gdLst>
              <a:gd name="connisteX0" fmla="*/ 0 w 3454400"/>
              <a:gd name="connsiteY0" fmla="*/ 203200 h 3251200"/>
              <a:gd name="connisteX1" fmla="*/ 203200 w 3454400"/>
              <a:gd name="connsiteY1" fmla="*/ 0 h 3251200"/>
              <a:gd name="connisteX2" fmla="*/ 3251200 w 3454400"/>
              <a:gd name="connsiteY2" fmla="*/ 0 h 3251200"/>
              <a:gd name="connisteX3" fmla="*/ 3454400 w 3454400"/>
              <a:gd name="connsiteY3" fmla="*/ 203200 h 3251200"/>
              <a:gd name="connisteX4" fmla="*/ 3454400 w 3454400"/>
              <a:gd name="connsiteY4" fmla="*/ 3048000 h 3251200"/>
              <a:gd name="connisteX5" fmla="*/ 3251200 w 3454400"/>
              <a:gd name="connsiteY5" fmla="*/ 3251200 h 3251200"/>
              <a:gd name="connisteX6" fmla="*/ 203200 w 3454400"/>
              <a:gd name="connsiteY6" fmla="*/ 3251200 h 3251200"/>
              <a:gd name="connisteX7" fmla="*/ 0 w 3454400"/>
              <a:gd name="connsiteY7" fmla="*/ 3048000 h 3251200"/>
              <a:gd name="connisteX8" fmla="*/ 0 w 3454400"/>
              <a:gd name="connsiteY8" fmla="*/ 203200 h 3251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3251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048000"/>
                </a:lnTo>
                <a:cubicBezTo>
                  <a:pt x="3454400" y="3160224"/>
                  <a:pt x="3363424" y="3251200"/>
                  <a:pt x="3251200" y="3251200"/>
                </a:cubicBezTo>
                <a:lnTo>
                  <a:pt x="203200" y="3251200"/>
                </a:lnTo>
                <a:cubicBezTo>
                  <a:pt x="90976" y="3251200"/>
                  <a:pt x="0" y="3160224"/>
                  <a:pt x="0" y="3048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368800" y="50800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368800" y="5638800"/>
            <a:ext cx="345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3" name="内容占位符 12"/>
          <p:cNvSpPr>
            <a:spLocks noGrp="1"/>
          </p:cNvSpPr>
          <p:nvPr>
            <p:ph idx="16394" hasCustomPrompt="1"/>
            <p:custDataLst>
              <p:tags r:id="rId9"/>
            </p:custDataLst>
          </p:nvPr>
        </p:nvSpPr>
        <p:spPr>
          <a:xfrm>
            <a:off x="8128000" y="1524000"/>
            <a:ext cx="3454400" cy="3251200"/>
          </a:xfrm>
          <a:custGeom>
            <a:avLst/>
            <a:gdLst>
              <a:gd name="connisteX0" fmla="*/ 0 w 3454400"/>
              <a:gd name="connsiteY0" fmla="*/ 203200 h 3251200"/>
              <a:gd name="connisteX1" fmla="*/ 203200 w 3454400"/>
              <a:gd name="connsiteY1" fmla="*/ 0 h 3251200"/>
              <a:gd name="connisteX2" fmla="*/ 3251200 w 3454400"/>
              <a:gd name="connsiteY2" fmla="*/ 0 h 3251200"/>
              <a:gd name="connisteX3" fmla="*/ 3454400 w 3454400"/>
              <a:gd name="connsiteY3" fmla="*/ 203200 h 3251200"/>
              <a:gd name="connisteX4" fmla="*/ 3454400 w 3454400"/>
              <a:gd name="connsiteY4" fmla="*/ 3048000 h 3251200"/>
              <a:gd name="connisteX5" fmla="*/ 3251200 w 3454400"/>
              <a:gd name="connsiteY5" fmla="*/ 3251200 h 3251200"/>
              <a:gd name="connisteX6" fmla="*/ 203200 w 3454400"/>
              <a:gd name="connsiteY6" fmla="*/ 3251200 h 3251200"/>
              <a:gd name="connisteX7" fmla="*/ 0 w 3454400"/>
              <a:gd name="connsiteY7" fmla="*/ 3048000 h 3251200"/>
              <a:gd name="connisteX8" fmla="*/ 0 w 3454400"/>
              <a:gd name="connsiteY8" fmla="*/ 203200 h 3251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3251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048000"/>
                </a:lnTo>
                <a:cubicBezTo>
                  <a:pt x="3454400" y="3160224"/>
                  <a:pt x="3363424" y="3251200"/>
                  <a:pt x="3251200" y="3251200"/>
                </a:cubicBezTo>
                <a:lnTo>
                  <a:pt x="203200" y="3251200"/>
                </a:lnTo>
                <a:cubicBezTo>
                  <a:pt x="90976" y="3251200"/>
                  <a:pt x="0" y="3160224"/>
                  <a:pt x="0" y="3048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128000" y="50800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128000" y="5638800"/>
            <a:ext cx="345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21_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2057400"/>
            <a:ext cx="3429000" cy="3962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单击此处添加正文</a:t>
            </a:r>
            <a:endParaRPr lang="zh-CN" altLang="en-US"/>
          </a:p>
        </p:txBody>
      </p:sp>
      <p:sp>
        <p:nvSpPr>
          <p:cNvPr id="8" name="装饰  7"/>
          <p:cNvSpPr>
            <a:spLocks noGrp="1"/>
          </p:cNvSpPr>
          <p:nvPr>
            <p:ph type="body" idx="16393" hasCustomPrompt="1"/>
            <p:custDataLst>
              <p:tags r:id="rId4"/>
            </p:custDataLst>
          </p:nvPr>
        </p:nvSpPr>
        <p:spPr>
          <a:xfrm>
            <a:off x="4648200" y="609600"/>
            <a:ext cx="6934200" cy="1778000"/>
          </a:xfrm>
          <a:custGeom>
            <a:avLst/>
            <a:gdLst>
              <a:gd name="connisteX0" fmla="*/ 0 w 6934200"/>
              <a:gd name="connsiteY0" fmla="*/ 203200 h 1778000"/>
              <a:gd name="connisteX1" fmla="*/ 203200 w 6934200"/>
              <a:gd name="connsiteY1" fmla="*/ 0 h 1778000"/>
              <a:gd name="connisteX2" fmla="*/ 6731000 w 6934200"/>
              <a:gd name="connsiteY2" fmla="*/ 0 h 1778000"/>
              <a:gd name="connisteX3" fmla="*/ 6934200 w 6934200"/>
              <a:gd name="connsiteY3" fmla="*/ 203200 h 1778000"/>
              <a:gd name="connisteX4" fmla="*/ 6934200 w 6934200"/>
              <a:gd name="connsiteY4" fmla="*/ 1574800 h 1778000"/>
              <a:gd name="connisteX5" fmla="*/ 6731000 w 6934200"/>
              <a:gd name="connsiteY5" fmla="*/ 1778000 h 1778000"/>
              <a:gd name="connisteX6" fmla="*/ 203200 w 6934200"/>
              <a:gd name="connsiteY6" fmla="*/ 1778000 h 1778000"/>
              <a:gd name="connisteX7" fmla="*/ 0 w 6934200"/>
              <a:gd name="connsiteY7" fmla="*/ 1574800 h 1778000"/>
              <a:gd name="connisteX8" fmla="*/ 0 w 6934200"/>
              <a:gd name="connsiteY8" fmla="*/ 203200 h 177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6934200" h="1778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1574800"/>
                </a:lnTo>
                <a:cubicBezTo>
                  <a:pt x="6934200" y="1687024"/>
                  <a:pt x="6843224" y="1778000"/>
                  <a:pt x="6731000" y="1778000"/>
                </a:cubicBezTo>
                <a:lnTo>
                  <a:pt x="203200" y="1778000"/>
                </a:lnTo>
                <a:cubicBezTo>
                  <a:pt x="90976" y="1778000"/>
                  <a:pt x="0" y="1687024"/>
                  <a:pt x="0" y="1574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4953000" y="1066800"/>
            <a:ext cx="632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4953000" y="1625600"/>
            <a:ext cx="63246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648200" y="2540000"/>
            <a:ext cx="6934200" cy="1778000"/>
          </a:xfrm>
          <a:custGeom>
            <a:avLst/>
            <a:gdLst>
              <a:gd name="connisteX0" fmla="*/ 0 w 6934200"/>
              <a:gd name="connsiteY0" fmla="*/ 203200 h 1778000"/>
              <a:gd name="connisteX1" fmla="*/ 203200 w 6934200"/>
              <a:gd name="connsiteY1" fmla="*/ 0 h 1778000"/>
              <a:gd name="connisteX2" fmla="*/ 6731000 w 6934200"/>
              <a:gd name="connsiteY2" fmla="*/ 0 h 1778000"/>
              <a:gd name="connisteX3" fmla="*/ 6934200 w 6934200"/>
              <a:gd name="connsiteY3" fmla="*/ 203200 h 1778000"/>
              <a:gd name="connisteX4" fmla="*/ 6934200 w 6934200"/>
              <a:gd name="connsiteY4" fmla="*/ 1574800 h 1778000"/>
              <a:gd name="connisteX5" fmla="*/ 6731000 w 6934200"/>
              <a:gd name="connsiteY5" fmla="*/ 1778000 h 1778000"/>
              <a:gd name="connisteX6" fmla="*/ 203200 w 6934200"/>
              <a:gd name="connsiteY6" fmla="*/ 1778000 h 1778000"/>
              <a:gd name="connisteX7" fmla="*/ 0 w 6934200"/>
              <a:gd name="connsiteY7" fmla="*/ 1574800 h 1778000"/>
              <a:gd name="connisteX8" fmla="*/ 0 w 6934200"/>
              <a:gd name="connsiteY8" fmla="*/ 203200 h 177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6934200" h="1778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1574800"/>
                </a:lnTo>
                <a:cubicBezTo>
                  <a:pt x="6934200" y="1687024"/>
                  <a:pt x="6843224" y="1778000"/>
                  <a:pt x="6731000" y="1778000"/>
                </a:cubicBezTo>
                <a:lnTo>
                  <a:pt x="203200" y="1778000"/>
                </a:lnTo>
                <a:cubicBezTo>
                  <a:pt x="90976" y="1778000"/>
                  <a:pt x="0" y="1687024"/>
                  <a:pt x="0" y="1574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953000" y="2997200"/>
            <a:ext cx="632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4953000" y="3556000"/>
            <a:ext cx="63246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4" name="装饰  3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4648200" y="4470400"/>
            <a:ext cx="6934200" cy="1778000"/>
          </a:xfrm>
          <a:custGeom>
            <a:avLst/>
            <a:gdLst>
              <a:gd name="connisteX0" fmla="*/ 0 w 6934200"/>
              <a:gd name="connsiteY0" fmla="*/ 203200 h 1778000"/>
              <a:gd name="connisteX1" fmla="*/ 203200 w 6934200"/>
              <a:gd name="connsiteY1" fmla="*/ 0 h 1778000"/>
              <a:gd name="connisteX2" fmla="*/ 6731000 w 6934200"/>
              <a:gd name="connsiteY2" fmla="*/ 0 h 1778000"/>
              <a:gd name="connisteX3" fmla="*/ 6934200 w 6934200"/>
              <a:gd name="connsiteY3" fmla="*/ 203200 h 1778000"/>
              <a:gd name="connisteX4" fmla="*/ 6934200 w 6934200"/>
              <a:gd name="connsiteY4" fmla="*/ 1574800 h 1778000"/>
              <a:gd name="connisteX5" fmla="*/ 6731000 w 6934200"/>
              <a:gd name="connsiteY5" fmla="*/ 1778000 h 1778000"/>
              <a:gd name="connisteX6" fmla="*/ 203200 w 6934200"/>
              <a:gd name="connsiteY6" fmla="*/ 1778000 h 1778000"/>
              <a:gd name="connisteX7" fmla="*/ 0 w 6934200"/>
              <a:gd name="connsiteY7" fmla="*/ 1574800 h 1778000"/>
              <a:gd name="connisteX8" fmla="*/ 0 w 6934200"/>
              <a:gd name="connsiteY8" fmla="*/ 203200 h 177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6934200" h="1778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1574800"/>
                </a:lnTo>
                <a:cubicBezTo>
                  <a:pt x="6934200" y="1687024"/>
                  <a:pt x="6843224" y="1778000"/>
                  <a:pt x="6731000" y="1778000"/>
                </a:cubicBezTo>
                <a:lnTo>
                  <a:pt x="203200" y="1778000"/>
                </a:lnTo>
                <a:cubicBezTo>
                  <a:pt x="90976" y="1778000"/>
                  <a:pt x="0" y="1687024"/>
                  <a:pt x="0" y="1574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4953000" y="4927600"/>
            <a:ext cx="632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2" hasCustomPrompt="1"/>
            <p:custDataLst>
              <p:tags r:id="rId12"/>
            </p:custDataLst>
          </p:nvPr>
        </p:nvSpPr>
        <p:spPr>
          <a:xfrm>
            <a:off x="4953000" y="5486400"/>
            <a:ext cx="63246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2_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15240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933450" y="18923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2082800" y="1955800"/>
            <a:ext cx="919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609600" y="31496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933450" y="35179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2082800" y="3581400"/>
            <a:ext cx="919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3" name="装饰  2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609600" y="47752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933450" y="51435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03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2082800" y="5207000"/>
            <a:ext cx="919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3_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t>单击此处添加标题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1524000"/>
            <a:ext cx="10972800" cy="2184400"/>
          </a:xfrm>
          <a:custGeom>
            <a:avLst/>
            <a:gdLst>
              <a:gd name="connisteX0" fmla="*/ 0 w 10972800"/>
              <a:gd name="connsiteY0" fmla="*/ 203200 h 2184400"/>
              <a:gd name="connisteX1" fmla="*/ 203200 w 10972800"/>
              <a:gd name="connsiteY1" fmla="*/ 0 h 2184400"/>
              <a:gd name="connisteX2" fmla="*/ 10769600 w 10972800"/>
              <a:gd name="connsiteY2" fmla="*/ 0 h 2184400"/>
              <a:gd name="connisteX3" fmla="*/ 10972800 w 10972800"/>
              <a:gd name="connsiteY3" fmla="*/ 203200 h 2184400"/>
              <a:gd name="connisteX4" fmla="*/ 10972800 w 10972800"/>
              <a:gd name="connsiteY4" fmla="*/ 1981200 h 2184400"/>
              <a:gd name="connisteX5" fmla="*/ 10769600 w 10972800"/>
              <a:gd name="connsiteY5" fmla="*/ 2184400 h 2184400"/>
              <a:gd name="connisteX6" fmla="*/ 203200 w 10972800"/>
              <a:gd name="connsiteY6" fmla="*/ 2184400 h 2184400"/>
              <a:gd name="connisteX7" fmla="*/ 0 w 10972800"/>
              <a:gd name="connsiteY7" fmla="*/ 1981200 h 2184400"/>
              <a:gd name="connisteX8" fmla="*/ 0 w 10972800"/>
              <a:gd name="connsiteY8" fmla="*/ 203200 h 218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0972800" h="218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981200"/>
                </a:lnTo>
                <a:cubicBezTo>
                  <a:pt x="10972800" y="2093424"/>
                  <a:pt x="10881824" y="2184400"/>
                  <a:pt x="10769600" y="2184400"/>
                </a:cubicBezTo>
                <a:lnTo>
                  <a:pt x="203200" y="2184400"/>
                </a:lnTo>
                <a:cubicBezTo>
                  <a:pt x="90976" y="2184400"/>
                  <a:pt x="0" y="2093424"/>
                  <a:pt x="0" y="198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4165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4724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4470400" y="4165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4470400" y="4724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8331200" y="4165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8331200" y="4724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7391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4" hasCustomPrompt="1"/>
            <p:custDataLst>
              <p:tags r:id="rId3"/>
            </p:custDataLst>
          </p:nvPr>
        </p:nvSpPr>
        <p:spPr>
          <a:xfrm>
            <a:off x="8610600" y="0"/>
            <a:ext cx="3581400" cy="6858000"/>
          </a:xfrm>
          <a:custGeom>
            <a:avLst/>
            <a:gdLst>
              <a:gd name="connisteX0" fmla="*/ 0 w 3581400"/>
              <a:gd name="connsiteY0" fmla="*/ 0 h 6858000"/>
              <a:gd name="connisteX1" fmla="*/ 3581400 w 3581400"/>
              <a:gd name="connsiteY1" fmla="*/ 0 h 6858000"/>
              <a:gd name="connisteX2" fmla="*/ 3581400 w 3581400"/>
              <a:gd name="connsiteY2" fmla="*/ 6858000 h 6858000"/>
              <a:gd name="connisteX3" fmla="*/ 0 w 3581400"/>
              <a:gd name="connsiteY3" fmla="*/ 6858000 h 6858000"/>
              <a:gd name="connisteX4" fmla="*/ 0 w 35814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0" t="0" r="0" b="0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装饰  7"/>
          <p:cNvSpPr>
            <a:spLocks noGrp="1"/>
          </p:cNvSpPr>
          <p:nvPr>
            <p:ph type="body" idx="16395" hasCustomPrompt="1"/>
            <p:custDataLst>
              <p:tags r:id="rId4"/>
            </p:custDataLst>
          </p:nvPr>
        </p:nvSpPr>
        <p:spPr>
          <a:xfrm>
            <a:off x="609600" y="19304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1930400"/>
            <a:ext cx="3314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2438400"/>
            <a:ext cx="33147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1" name="装饰  0"/>
          <p:cNvSpPr>
            <a:spLocks noGrp="1"/>
          </p:cNvSpPr>
          <p:nvPr>
            <p:ph type="body" idx="16396" hasCustomPrompt="1"/>
            <p:custDataLst>
              <p:tags r:id="rId7"/>
            </p:custDataLst>
          </p:nvPr>
        </p:nvSpPr>
        <p:spPr>
          <a:xfrm>
            <a:off x="4533900" y="19304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4686300" y="1930400"/>
            <a:ext cx="3314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4686300" y="2438400"/>
            <a:ext cx="33147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4" name="装饰  3"/>
          <p:cNvSpPr>
            <a:spLocks noGrp="1"/>
          </p:cNvSpPr>
          <p:nvPr>
            <p:ph type="body" idx="16397" hasCustomPrompt="1"/>
            <p:custDataLst>
              <p:tags r:id="rId10"/>
            </p:custDataLst>
          </p:nvPr>
        </p:nvSpPr>
        <p:spPr>
          <a:xfrm>
            <a:off x="609600" y="41148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762000" y="4114800"/>
            <a:ext cx="3314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762000" y="4622800"/>
            <a:ext cx="33147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7" name="装饰  6"/>
          <p:cNvSpPr>
            <a:spLocks noGrp="1"/>
          </p:cNvSpPr>
          <p:nvPr>
            <p:ph type="body" idx="16398" hasCustomPrompt="1"/>
            <p:custDataLst>
              <p:tags r:id="rId13"/>
            </p:custDataLst>
          </p:nvPr>
        </p:nvSpPr>
        <p:spPr>
          <a:xfrm>
            <a:off x="4533900" y="41148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2" hasCustomPrompt="1"/>
            <p:custDataLst>
              <p:tags r:id="rId14"/>
            </p:custDataLst>
          </p:nvPr>
        </p:nvSpPr>
        <p:spPr>
          <a:xfrm>
            <a:off x="4686300" y="4114800"/>
            <a:ext cx="3314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4686300" y="4622800"/>
            <a:ext cx="33147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4_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idx="16392" hasCustomPrompt="1"/>
            <p:custDataLst>
              <p:tags r:id="rId3"/>
            </p:custDataLst>
          </p:nvPr>
        </p:nvSpPr>
        <p:spPr>
          <a:xfrm>
            <a:off x="14732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3784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4343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idx="16393" hasCustomPrompt="1"/>
            <p:custDataLst>
              <p:tags r:id="rId6"/>
            </p:custDataLst>
          </p:nvPr>
        </p:nvSpPr>
        <p:spPr>
          <a:xfrm>
            <a:off x="53340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470400" y="3784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470400" y="4343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idx="16394" hasCustomPrompt="1"/>
            <p:custDataLst>
              <p:tags r:id="rId9"/>
            </p:custDataLst>
          </p:nvPr>
        </p:nvSpPr>
        <p:spPr>
          <a:xfrm>
            <a:off x="91948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331200" y="3784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331200" y="4343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1_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4" hasCustomPrompt="1"/>
            <p:custDataLst>
              <p:tags r:id="rId3"/>
            </p:custDataLst>
          </p:nvPr>
        </p:nvSpPr>
        <p:spPr>
          <a:xfrm>
            <a:off x="609600" y="1524000"/>
            <a:ext cx="2514600" cy="4724400"/>
          </a:xfrm>
          <a:custGeom>
            <a:avLst/>
            <a:gdLst>
              <a:gd name="connisteX0" fmla="*/ 0 w 2514600"/>
              <a:gd name="connsiteY0" fmla="*/ 203200 h 4724400"/>
              <a:gd name="connisteX1" fmla="*/ 203200 w 2514600"/>
              <a:gd name="connsiteY1" fmla="*/ 0 h 4724400"/>
              <a:gd name="connisteX2" fmla="*/ 2311400 w 2514600"/>
              <a:gd name="connsiteY2" fmla="*/ 0 h 4724400"/>
              <a:gd name="connisteX3" fmla="*/ 2514600 w 2514600"/>
              <a:gd name="connsiteY3" fmla="*/ 203200 h 4724400"/>
              <a:gd name="connisteX4" fmla="*/ 2514600 w 2514600"/>
              <a:gd name="connsiteY4" fmla="*/ 4521200 h 4724400"/>
              <a:gd name="connisteX5" fmla="*/ 2311400 w 2514600"/>
              <a:gd name="connsiteY5" fmla="*/ 4724400 h 4724400"/>
              <a:gd name="connisteX6" fmla="*/ 203200 w 2514600"/>
              <a:gd name="connsiteY6" fmla="*/ 4724400 h 4724400"/>
              <a:gd name="connisteX7" fmla="*/ 0 w 2514600"/>
              <a:gd name="connsiteY7" fmla="*/ 4521200 h 4724400"/>
              <a:gd name="connisteX8" fmla="*/ 0 w 25146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14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521200"/>
                </a:lnTo>
                <a:cubicBezTo>
                  <a:pt x="2514600" y="4633424"/>
                  <a:pt x="2423624" y="4724400"/>
                  <a:pt x="23114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图片占位符 7"/>
          <p:cNvSpPr>
            <a:spLocks noGrp="1"/>
          </p:cNvSpPr>
          <p:nvPr>
            <p:ph type="pic" idx="16395" hasCustomPrompt="1"/>
            <p:custDataLst>
              <p:tags r:id="rId4"/>
            </p:custDataLst>
          </p:nvPr>
        </p:nvSpPr>
        <p:spPr>
          <a:xfrm>
            <a:off x="1104900" y="20574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1016000" y="3937000"/>
            <a:ext cx="1701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1016000" y="4495800"/>
            <a:ext cx="1701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1" name="装饰  0"/>
          <p:cNvSpPr>
            <a:spLocks noGrp="1"/>
          </p:cNvSpPr>
          <p:nvPr>
            <p:ph type="body" idx="16396" hasCustomPrompt="1"/>
            <p:custDataLst>
              <p:tags r:id="rId7"/>
            </p:custDataLst>
          </p:nvPr>
        </p:nvSpPr>
        <p:spPr>
          <a:xfrm>
            <a:off x="3429000" y="1524000"/>
            <a:ext cx="2514600" cy="4724400"/>
          </a:xfrm>
          <a:custGeom>
            <a:avLst/>
            <a:gdLst>
              <a:gd name="connisteX0" fmla="*/ 0 w 2514600"/>
              <a:gd name="connsiteY0" fmla="*/ 203200 h 4724400"/>
              <a:gd name="connisteX1" fmla="*/ 203200 w 2514600"/>
              <a:gd name="connsiteY1" fmla="*/ 0 h 4724400"/>
              <a:gd name="connisteX2" fmla="*/ 2311400 w 2514600"/>
              <a:gd name="connsiteY2" fmla="*/ 0 h 4724400"/>
              <a:gd name="connisteX3" fmla="*/ 2514600 w 2514600"/>
              <a:gd name="connsiteY3" fmla="*/ 203200 h 4724400"/>
              <a:gd name="connisteX4" fmla="*/ 2514600 w 2514600"/>
              <a:gd name="connsiteY4" fmla="*/ 4521200 h 4724400"/>
              <a:gd name="connisteX5" fmla="*/ 2311400 w 2514600"/>
              <a:gd name="connsiteY5" fmla="*/ 4724400 h 4724400"/>
              <a:gd name="connisteX6" fmla="*/ 203200 w 2514600"/>
              <a:gd name="connsiteY6" fmla="*/ 4724400 h 4724400"/>
              <a:gd name="connisteX7" fmla="*/ 0 w 2514600"/>
              <a:gd name="connsiteY7" fmla="*/ 4521200 h 4724400"/>
              <a:gd name="connisteX8" fmla="*/ 0 w 25146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14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521200"/>
                </a:lnTo>
                <a:cubicBezTo>
                  <a:pt x="2514600" y="4633424"/>
                  <a:pt x="2423624" y="4724400"/>
                  <a:pt x="23114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idx="16397" hasCustomPrompt="1"/>
            <p:custDataLst>
              <p:tags r:id="rId8"/>
            </p:custDataLst>
          </p:nvPr>
        </p:nvSpPr>
        <p:spPr>
          <a:xfrm>
            <a:off x="3924300" y="20574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3835400" y="3937000"/>
            <a:ext cx="1701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3835400" y="4495800"/>
            <a:ext cx="1701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5" name="装饰  4"/>
          <p:cNvSpPr>
            <a:spLocks noGrp="1"/>
          </p:cNvSpPr>
          <p:nvPr>
            <p:ph type="body" idx="16398" hasCustomPrompt="1"/>
            <p:custDataLst>
              <p:tags r:id="rId11"/>
            </p:custDataLst>
          </p:nvPr>
        </p:nvSpPr>
        <p:spPr>
          <a:xfrm>
            <a:off x="6248400" y="1524000"/>
            <a:ext cx="2514600" cy="4724400"/>
          </a:xfrm>
          <a:custGeom>
            <a:avLst/>
            <a:gdLst>
              <a:gd name="connisteX0" fmla="*/ 0 w 2514600"/>
              <a:gd name="connsiteY0" fmla="*/ 203200 h 4724400"/>
              <a:gd name="connisteX1" fmla="*/ 203200 w 2514600"/>
              <a:gd name="connsiteY1" fmla="*/ 0 h 4724400"/>
              <a:gd name="connisteX2" fmla="*/ 2311400 w 2514600"/>
              <a:gd name="connsiteY2" fmla="*/ 0 h 4724400"/>
              <a:gd name="connisteX3" fmla="*/ 2514600 w 2514600"/>
              <a:gd name="connsiteY3" fmla="*/ 203200 h 4724400"/>
              <a:gd name="connisteX4" fmla="*/ 2514600 w 2514600"/>
              <a:gd name="connsiteY4" fmla="*/ 4521200 h 4724400"/>
              <a:gd name="connisteX5" fmla="*/ 2311400 w 2514600"/>
              <a:gd name="connsiteY5" fmla="*/ 4724400 h 4724400"/>
              <a:gd name="connisteX6" fmla="*/ 203200 w 2514600"/>
              <a:gd name="connsiteY6" fmla="*/ 4724400 h 4724400"/>
              <a:gd name="connisteX7" fmla="*/ 0 w 2514600"/>
              <a:gd name="connsiteY7" fmla="*/ 4521200 h 4724400"/>
              <a:gd name="connisteX8" fmla="*/ 0 w 25146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14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521200"/>
                </a:lnTo>
                <a:cubicBezTo>
                  <a:pt x="2514600" y="4633424"/>
                  <a:pt x="2423624" y="4724400"/>
                  <a:pt x="23114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6399" hasCustomPrompt="1"/>
            <p:custDataLst>
              <p:tags r:id="rId12"/>
            </p:custDataLst>
          </p:nvPr>
        </p:nvSpPr>
        <p:spPr>
          <a:xfrm>
            <a:off x="6743700" y="20574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6654800" y="3937000"/>
            <a:ext cx="1701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6654800" y="4495800"/>
            <a:ext cx="1701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9" name="装饰  8"/>
          <p:cNvSpPr>
            <a:spLocks noGrp="1"/>
          </p:cNvSpPr>
          <p:nvPr>
            <p:ph type="body" idx="16400" hasCustomPrompt="1"/>
            <p:custDataLst>
              <p:tags r:id="rId15"/>
            </p:custDataLst>
          </p:nvPr>
        </p:nvSpPr>
        <p:spPr>
          <a:xfrm>
            <a:off x="9067800" y="1524000"/>
            <a:ext cx="2514600" cy="4724400"/>
          </a:xfrm>
          <a:custGeom>
            <a:avLst/>
            <a:gdLst>
              <a:gd name="connisteX0" fmla="*/ 0 w 2514600"/>
              <a:gd name="connsiteY0" fmla="*/ 203200 h 4724400"/>
              <a:gd name="connisteX1" fmla="*/ 203200 w 2514600"/>
              <a:gd name="connsiteY1" fmla="*/ 0 h 4724400"/>
              <a:gd name="connisteX2" fmla="*/ 2311400 w 2514600"/>
              <a:gd name="connsiteY2" fmla="*/ 0 h 4724400"/>
              <a:gd name="connisteX3" fmla="*/ 2514600 w 2514600"/>
              <a:gd name="connsiteY3" fmla="*/ 203200 h 4724400"/>
              <a:gd name="connisteX4" fmla="*/ 2514600 w 2514600"/>
              <a:gd name="connsiteY4" fmla="*/ 4521200 h 4724400"/>
              <a:gd name="connisteX5" fmla="*/ 2311400 w 2514600"/>
              <a:gd name="connsiteY5" fmla="*/ 4724400 h 4724400"/>
              <a:gd name="connisteX6" fmla="*/ 203200 w 2514600"/>
              <a:gd name="connsiteY6" fmla="*/ 4724400 h 4724400"/>
              <a:gd name="connisteX7" fmla="*/ 0 w 2514600"/>
              <a:gd name="connsiteY7" fmla="*/ 4521200 h 4724400"/>
              <a:gd name="connisteX8" fmla="*/ 0 w 25146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14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521200"/>
                </a:lnTo>
                <a:cubicBezTo>
                  <a:pt x="2514600" y="4633424"/>
                  <a:pt x="2423624" y="4724400"/>
                  <a:pt x="23114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0" name="图片占位符 19"/>
          <p:cNvSpPr>
            <a:spLocks noGrp="1"/>
          </p:cNvSpPr>
          <p:nvPr>
            <p:ph type="pic" idx="16401" hasCustomPrompt="1"/>
            <p:custDataLst>
              <p:tags r:id="rId16"/>
            </p:custDataLst>
          </p:nvPr>
        </p:nvSpPr>
        <p:spPr>
          <a:xfrm>
            <a:off x="9563100" y="20574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2" hasCustomPrompt="1"/>
            <p:custDataLst>
              <p:tags r:id="rId17"/>
            </p:custDataLst>
          </p:nvPr>
        </p:nvSpPr>
        <p:spPr>
          <a:xfrm>
            <a:off x="9474200" y="3937000"/>
            <a:ext cx="1701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474200" y="4495800"/>
            <a:ext cx="1701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3_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t>单击此处添加标题</a:t>
            </a:r>
          </a:p>
        </p:txBody>
      </p:sp>
      <p:sp>
        <p:nvSpPr>
          <p:cNvPr id="7" name="装饰  6"/>
          <p:cNvSpPr>
            <a:spLocks noGrp="1"/>
          </p:cNvSpPr>
          <p:nvPr>
            <p:ph type="body" idx="16394" hasCustomPrompt="1"/>
            <p:custDataLst>
              <p:tags r:id="rId3"/>
            </p:custDataLst>
          </p:nvPr>
        </p:nvSpPr>
        <p:spPr>
          <a:xfrm>
            <a:off x="609600" y="3860800"/>
            <a:ext cx="2514600" cy="2387600"/>
          </a:xfrm>
          <a:custGeom>
            <a:avLst/>
            <a:gdLst>
              <a:gd name="connisteX0" fmla="*/ 0 w 2514600"/>
              <a:gd name="connsiteY0" fmla="*/ 0 h 2387600"/>
              <a:gd name="connisteX1" fmla="*/ 2514600 w 2514600"/>
              <a:gd name="connsiteY1" fmla="*/ 0 h 2387600"/>
              <a:gd name="connisteX2" fmla="*/ 2514600 w 2514600"/>
              <a:gd name="connsiteY2" fmla="*/ 2184400 h 2387600"/>
              <a:gd name="connisteX3" fmla="*/ 2311400 w 2514600"/>
              <a:gd name="connsiteY3" fmla="*/ 2387600 h 2387600"/>
              <a:gd name="connisteX4" fmla="*/ 203200 w 2514600"/>
              <a:gd name="connsiteY4" fmla="*/ 2387600 h 2387600"/>
              <a:gd name="connisteX5" fmla="*/ 0 w 2514600"/>
              <a:gd name="connsiteY5" fmla="*/ 2184400 h 2387600"/>
              <a:gd name="connisteX6" fmla="*/ 0 w 25146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2514600" h="2387600">
                <a:moveTo>
                  <a:pt x="0" y="0"/>
                </a:moveTo>
                <a:lnTo>
                  <a:pt x="2514600" y="0"/>
                </a:lnTo>
                <a:lnTo>
                  <a:pt x="2514600" y="2184400"/>
                </a:lnTo>
                <a:cubicBezTo>
                  <a:pt x="2514600" y="2296624"/>
                  <a:pt x="2423624" y="2387600"/>
                  <a:pt x="23114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图片占位符 7"/>
          <p:cNvSpPr>
            <a:spLocks noGrp="1"/>
          </p:cNvSpPr>
          <p:nvPr>
            <p:ph type="pic" idx="16395" hasCustomPrompt="1"/>
            <p:custDataLst>
              <p:tags r:id="rId4"/>
            </p:custDataLst>
          </p:nvPr>
        </p:nvSpPr>
        <p:spPr>
          <a:xfrm>
            <a:off x="609600" y="1524000"/>
            <a:ext cx="2514600" cy="2336800"/>
          </a:xfrm>
          <a:custGeom>
            <a:avLst/>
            <a:gdLst>
              <a:gd name="connisteX0" fmla="*/ 0 w 2514600"/>
              <a:gd name="connsiteY0" fmla="*/ 203200 h 2336800"/>
              <a:gd name="connisteX1" fmla="*/ 203200 w 2514600"/>
              <a:gd name="connsiteY1" fmla="*/ 0 h 2336800"/>
              <a:gd name="connisteX2" fmla="*/ 2311400 w 2514600"/>
              <a:gd name="connsiteY2" fmla="*/ 0 h 2336800"/>
              <a:gd name="connisteX3" fmla="*/ 2514600 w 2514600"/>
              <a:gd name="connsiteY3" fmla="*/ 203200 h 2336800"/>
              <a:gd name="connisteX4" fmla="*/ 2514600 w 2514600"/>
              <a:gd name="connsiteY4" fmla="*/ 2336800 h 2336800"/>
              <a:gd name="connisteX5" fmla="*/ 0 w 2514600"/>
              <a:gd name="connsiteY5" fmla="*/ 2336800 h 2336800"/>
              <a:gd name="connisteX6" fmla="*/ 0 w 25146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25146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40640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4521200"/>
            <a:ext cx="1905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1" name="装饰  0"/>
          <p:cNvSpPr>
            <a:spLocks noGrp="1"/>
          </p:cNvSpPr>
          <p:nvPr>
            <p:ph type="body" idx="16396" hasCustomPrompt="1"/>
            <p:custDataLst>
              <p:tags r:id="rId7"/>
            </p:custDataLst>
          </p:nvPr>
        </p:nvSpPr>
        <p:spPr>
          <a:xfrm>
            <a:off x="3429000" y="3860800"/>
            <a:ext cx="2514600" cy="2387600"/>
          </a:xfrm>
          <a:custGeom>
            <a:avLst/>
            <a:gdLst>
              <a:gd name="connisteX0" fmla="*/ 0 w 2514600"/>
              <a:gd name="connsiteY0" fmla="*/ 0 h 2387600"/>
              <a:gd name="connisteX1" fmla="*/ 2514600 w 2514600"/>
              <a:gd name="connsiteY1" fmla="*/ 0 h 2387600"/>
              <a:gd name="connisteX2" fmla="*/ 2514600 w 2514600"/>
              <a:gd name="connsiteY2" fmla="*/ 2184400 h 2387600"/>
              <a:gd name="connisteX3" fmla="*/ 2311400 w 2514600"/>
              <a:gd name="connsiteY3" fmla="*/ 2387600 h 2387600"/>
              <a:gd name="connisteX4" fmla="*/ 203200 w 2514600"/>
              <a:gd name="connsiteY4" fmla="*/ 2387600 h 2387600"/>
              <a:gd name="connisteX5" fmla="*/ 0 w 2514600"/>
              <a:gd name="connsiteY5" fmla="*/ 2184400 h 2387600"/>
              <a:gd name="connisteX6" fmla="*/ 0 w 25146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2514600" h="2387600">
                <a:moveTo>
                  <a:pt x="0" y="0"/>
                </a:moveTo>
                <a:lnTo>
                  <a:pt x="2514600" y="0"/>
                </a:lnTo>
                <a:lnTo>
                  <a:pt x="2514600" y="2184400"/>
                </a:lnTo>
                <a:cubicBezTo>
                  <a:pt x="2514600" y="2296624"/>
                  <a:pt x="2423624" y="2387600"/>
                  <a:pt x="23114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idx="16397" hasCustomPrompt="1"/>
            <p:custDataLst>
              <p:tags r:id="rId8"/>
            </p:custDataLst>
          </p:nvPr>
        </p:nvSpPr>
        <p:spPr>
          <a:xfrm>
            <a:off x="3429000" y="1524000"/>
            <a:ext cx="2514600" cy="2336800"/>
          </a:xfrm>
          <a:custGeom>
            <a:avLst/>
            <a:gdLst>
              <a:gd name="connisteX0" fmla="*/ 0 w 2514600"/>
              <a:gd name="connsiteY0" fmla="*/ 203200 h 2336800"/>
              <a:gd name="connisteX1" fmla="*/ 203200 w 2514600"/>
              <a:gd name="connsiteY1" fmla="*/ 0 h 2336800"/>
              <a:gd name="connisteX2" fmla="*/ 2311400 w 2514600"/>
              <a:gd name="connsiteY2" fmla="*/ 0 h 2336800"/>
              <a:gd name="connisteX3" fmla="*/ 2514600 w 2514600"/>
              <a:gd name="connsiteY3" fmla="*/ 203200 h 2336800"/>
              <a:gd name="connisteX4" fmla="*/ 2514600 w 2514600"/>
              <a:gd name="connsiteY4" fmla="*/ 2336800 h 2336800"/>
              <a:gd name="connisteX5" fmla="*/ 0 w 2514600"/>
              <a:gd name="connsiteY5" fmla="*/ 2336800 h 2336800"/>
              <a:gd name="connisteX6" fmla="*/ 0 w 25146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25146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3733800" y="40640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3733800" y="4521200"/>
            <a:ext cx="1905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5" name="装饰  4"/>
          <p:cNvSpPr>
            <a:spLocks noGrp="1"/>
          </p:cNvSpPr>
          <p:nvPr>
            <p:ph type="body" idx="16398" hasCustomPrompt="1"/>
            <p:custDataLst>
              <p:tags r:id="rId11"/>
            </p:custDataLst>
          </p:nvPr>
        </p:nvSpPr>
        <p:spPr>
          <a:xfrm>
            <a:off x="6248400" y="3860800"/>
            <a:ext cx="2514600" cy="2387600"/>
          </a:xfrm>
          <a:custGeom>
            <a:avLst/>
            <a:gdLst>
              <a:gd name="connisteX0" fmla="*/ 0 w 2514600"/>
              <a:gd name="connsiteY0" fmla="*/ 0 h 2387600"/>
              <a:gd name="connisteX1" fmla="*/ 2514600 w 2514600"/>
              <a:gd name="connsiteY1" fmla="*/ 0 h 2387600"/>
              <a:gd name="connisteX2" fmla="*/ 2514600 w 2514600"/>
              <a:gd name="connsiteY2" fmla="*/ 2184400 h 2387600"/>
              <a:gd name="connisteX3" fmla="*/ 2311400 w 2514600"/>
              <a:gd name="connsiteY3" fmla="*/ 2387600 h 2387600"/>
              <a:gd name="connisteX4" fmla="*/ 203200 w 2514600"/>
              <a:gd name="connsiteY4" fmla="*/ 2387600 h 2387600"/>
              <a:gd name="connisteX5" fmla="*/ 0 w 2514600"/>
              <a:gd name="connsiteY5" fmla="*/ 2184400 h 2387600"/>
              <a:gd name="connisteX6" fmla="*/ 0 w 25146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2514600" h="2387600">
                <a:moveTo>
                  <a:pt x="0" y="0"/>
                </a:moveTo>
                <a:lnTo>
                  <a:pt x="2514600" y="0"/>
                </a:lnTo>
                <a:lnTo>
                  <a:pt x="2514600" y="2184400"/>
                </a:lnTo>
                <a:cubicBezTo>
                  <a:pt x="2514600" y="2296624"/>
                  <a:pt x="2423624" y="2387600"/>
                  <a:pt x="23114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6399" hasCustomPrompt="1"/>
            <p:custDataLst>
              <p:tags r:id="rId12"/>
            </p:custDataLst>
          </p:nvPr>
        </p:nvSpPr>
        <p:spPr>
          <a:xfrm>
            <a:off x="6248400" y="1524000"/>
            <a:ext cx="2514600" cy="2336800"/>
          </a:xfrm>
          <a:custGeom>
            <a:avLst/>
            <a:gdLst>
              <a:gd name="connisteX0" fmla="*/ 0 w 2514600"/>
              <a:gd name="connsiteY0" fmla="*/ 203200 h 2336800"/>
              <a:gd name="connisteX1" fmla="*/ 203200 w 2514600"/>
              <a:gd name="connsiteY1" fmla="*/ 0 h 2336800"/>
              <a:gd name="connisteX2" fmla="*/ 2311400 w 2514600"/>
              <a:gd name="connsiteY2" fmla="*/ 0 h 2336800"/>
              <a:gd name="connisteX3" fmla="*/ 2514600 w 2514600"/>
              <a:gd name="connsiteY3" fmla="*/ 203200 h 2336800"/>
              <a:gd name="connisteX4" fmla="*/ 2514600 w 2514600"/>
              <a:gd name="connsiteY4" fmla="*/ 2336800 h 2336800"/>
              <a:gd name="connisteX5" fmla="*/ 0 w 2514600"/>
              <a:gd name="connsiteY5" fmla="*/ 2336800 h 2336800"/>
              <a:gd name="connisteX6" fmla="*/ 0 w 25146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25146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6553200" y="40640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6553200" y="4521200"/>
            <a:ext cx="1905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9" name="装饰  8"/>
          <p:cNvSpPr>
            <a:spLocks noGrp="1"/>
          </p:cNvSpPr>
          <p:nvPr>
            <p:ph type="body" idx="16400" hasCustomPrompt="1"/>
            <p:custDataLst>
              <p:tags r:id="rId15"/>
            </p:custDataLst>
          </p:nvPr>
        </p:nvSpPr>
        <p:spPr>
          <a:xfrm>
            <a:off x="9067800" y="3860800"/>
            <a:ext cx="2514600" cy="2387600"/>
          </a:xfrm>
          <a:custGeom>
            <a:avLst/>
            <a:gdLst>
              <a:gd name="connisteX0" fmla="*/ 0 w 2514600"/>
              <a:gd name="connsiteY0" fmla="*/ 0 h 2387600"/>
              <a:gd name="connisteX1" fmla="*/ 2514600 w 2514600"/>
              <a:gd name="connsiteY1" fmla="*/ 0 h 2387600"/>
              <a:gd name="connisteX2" fmla="*/ 2514600 w 2514600"/>
              <a:gd name="connsiteY2" fmla="*/ 2184400 h 2387600"/>
              <a:gd name="connisteX3" fmla="*/ 2311400 w 2514600"/>
              <a:gd name="connsiteY3" fmla="*/ 2387600 h 2387600"/>
              <a:gd name="connisteX4" fmla="*/ 203200 w 2514600"/>
              <a:gd name="connsiteY4" fmla="*/ 2387600 h 2387600"/>
              <a:gd name="connisteX5" fmla="*/ 0 w 2514600"/>
              <a:gd name="connsiteY5" fmla="*/ 2184400 h 2387600"/>
              <a:gd name="connisteX6" fmla="*/ 0 w 25146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2514600" h="2387600">
                <a:moveTo>
                  <a:pt x="0" y="0"/>
                </a:moveTo>
                <a:lnTo>
                  <a:pt x="2514600" y="0"/>
                </a:lnTo>
                <a:lnTo>
                  <a:pt x="2514600" y="2184400"/>
                </a:lnTo>
                <a:cubicBezTo>
                  <a:pt x="2514600" y="2296624"/>
                  <a:pt x="2423624" y="2387600"/>
                  <a:pt x="23114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0" name="图片占位符 19"/>
          <p:cNvSpPr>
            <a:spLocks noGrp="1"/>
          </p:cNvSpPr>
          <p:nvPr>
            <p:ph type="pic" idx="16401" hasCustomPrompt="1"/>
            <p:custDataLst>
              <p:tags r:id="rId16"/>
            </p:custDataLst>
          </p:nvPr>
        </p:nvSpPr>
        <p:spPr>
          <a:xfrm>
            <a:off x="9067800" y="1524000"/>
            <a:ext cx="2514600" cy="2336800"/>
          </a:xfrm>
          <a:custGeom>
            <a:avLst/>
            <a:gdLst>
              <a:gd name="connisteX0" fmla="*/ 0 w 2514600"/>
              <a:gd name="connsiteY0" fmla="*/ 203200 h 2336800"/>
              <a:gd name="connisteX1" fmla="*/ 203200 w 2514600"/>
              <a:gd name="connsiteY1" fmla="*/ 0 h 2336800"/>
              <a:gd name="connisteX2" fmla="*/ 2311400 w 2514600"/>
              <a:gd name="connsiteY2" fmla="*/ 0 h 2336800"/>
              <a:gd name="connisteX3" fmla="*/ 2514600 w 2514600"/>
              <a:gd name="connsiteY3" fmla="*/ 203200 h 2336800"/>
              <a:gd name="connisteX4" fmla="*/ 2514600 w 2514600"/>
              <a:gd name="connsiteY4" fmla="*/ 2336800 h 2336800"/>
              <a:gd name="connisteX5" fmla="*/ 0 w 2514600"/>
              <a:gd name="connsiteY5" fmla="*/ 2336800 h 2336800"/>
              <a:gd name="connisteX6" fmla="*/ 0 w 25146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25146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2" hasCustomPrompt="1"/>
            <p:custDataLst>
              <p:tags r:id="rId17"/>
            </p:custDataLst>
          </p:nvPr>
        </p:nvSpPr>
        <p:spPr>
          <a:xfrm>
            <a:off x="9372600" y="40640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372600" y="4521200"/>
            <a:ext cx="1905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1_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图片占位符 7"/>
          <p:cNvSpPr>
            <a:spLocks noGrp="1"/>
          </p:cNvSpPr>
          <p:nvPr>
            <p:ph type="pic" idx="16393" hasCustomPrompt="1"/>
            <p:custDataLst>
              <p:tags r:id="rId4"/>
            </p:custDataLst>
          </p:nvPr>
        </p:nvSpPr>
        <p:spPr>
          <a:xfrm>
            <a:off x="15748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1016000" y="37846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1016000" y="4343400"/>
            <a:ext cx="2641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idx="16395" hasCustomPrompt="1"/>
            <p:custDataLst>
              <p:tags r:id="rId8"/>
            </p:custDataLst>
          </p:nvPr>
        </p:nvSpPr>
        <p:spPr>
          <a:xfrm>
            <a:off x="53340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775200" y="37846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775200" y="4343400"/>
            <a:ext cx="2641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5" name="装饰  4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6397" hasCustomPrompt="1"/>
            <p:custDataLst>
              <p:tags r:id="rId12"/>
            </p:custDataLst>
          </p:nvPr>
        </p:nvSpPr>
        <p:spPr>
          <a:xfrm>
            <a:off x="90932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534400" y="37846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534400" y="4343400"/>
            <a:ext cx="2641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21_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2362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2667000"/>
            <a:ext cx="2362200" cy="3352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单击此处添加正文</a:t>
            </a:r>
            <a:endParaRPr lang="zh-CN" altLang="en-US"/>
          </a:p>
        </p:txBody>
      </p:sp>
      <p:sp>
        <p:nvSpPr>
          <p:cNvPr id="8" name="装饰  7"/>
          <p:cNvSpPr>
            <a:spLocks noGrp="1"/>
          </p:cNvSpPr>
          <p:nvPr>
            <p:ph type="body" idx="16397" hasCustomPrompt="1"/>
            <p:custDataLst>
              <p:tags r:id="rId4"/>
            </p:custDataLst>
          </p:nvPr>
        </p:nvSpPr>
        <p:spPr>
          <a:xfrm>
            <a:off x="3581400" y="609600"/>
            <a:ext cx="2565400" cy="2743200"/>
          </a:xfrm>
          <a:custGeom>
            <a:avLst/>
            <a:gdLst>
              <a:gd name="connisteX0" fmla="*/ 0 w 2565400"/>
              <a:gd name="connsiteY0" fmla="*/ 203200 h 2743200"/>
              <a:gd name="connisteX1" fmla="*/ 203200 w 2565400"/>
              <a:gd name="connsiteY1" fmla="*/ 0 h 2743200"/>
              <a:gd name="connisteX2" fmla="*/ 2362200 w 2565400"/>
              <a:gd name="connsiteY2" fmla="*/ 0 h 2743200"/>
              <a:gd name="connisteX3" fmla="*/ 2565400 w 2565400"/>
              <a:gd name="connsiteY3" fmla="*/ 203200 h 2743200"/>
              <a:gd name="connisteX4" fmla="*/ 2565400 w 2565400"/>
              <a:gd name="connsiteY4" fmla="*/ 2540000 h 2743200"/>
              <a:gd name="connisteX5" fmla="*/ 2362200 w 2565400"/>
              <a:gd name="connsiteY5" fmla="*/ 2743200 h 2743200"/>
              <a:gd name="connisteX6" fmla="*/ 203200 w 2565400"/>
              <a:gd name="connsiteY6" fmla="*/ 2743200 h 2743200"/>
              <a:gd name="connisteX7" fmla="*/ 0 w 2565400"/>
              <a:gd name="connsiteY7" fmla="*/ 2540000 h 2743200"/>
              <a:gd name="connisteX8" fmla="*/ 0 w 2565400"/>
              <a:gd name="connsiteY8" fmla="*/ 203200 h 274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65400" h="274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62200" y="0"/>
                </a:lnTo>
                <a:cubicBezTo>
                  <a:pt x="2474424" y="0"/>
                  <a:pt x="2565400" y="90976"/>
                  <a:pt x="2565400" y="203200"/>
                </a:cubicBezTo>
                <a:lnTo>
                  <a:pt x="2565400" y="2540000"/>
                </a:lnTo>
                <a:cubicBezTo>
                  <a:pt x="2565400" y="2652224"/>
                  <a:pt x="2474424" y="2743200"/>
                  <a:pt x="2362200" y="2743200"/>
                </a:cubicBezTo>
                <a:lnTo>
                  <a:pt x="203200" y="2743200"/>
                </a:lnTo>
                <a:cubicBezTo>
                  <a:pt x="90976" y="2743200"/>
                  <a:pt x="0" y="2652224"/>
                  <a:pt x="0" y="254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3886200" y="1397000"/>
            <a:ext cx="1955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3886200" y="1955800"/>
            <a:ext cx="1955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1" name="装饰  0"/>
          <p:cNvSpPr>
            <a:spLocks noGrp="1"/>
          </p:cNvSpPr>
          <p:nvPr>
            <p:ph type="body" idx="16398" hasCustomPrompt="1"/>
            <p:custDataLst>
              <p:tags r:id="rId7"/>
            </p:custDataLst>
          </p:nvPr>
        </p:nvSpPr>
        <p:spPr>
          <a:xfrm>
            <a:off x="6299200" y="609600"/>
            <a:ext cx="2565400" cy="2743200"/>
          </a:xfrm>
          <a:custGeom>
            <a:avLst/>
            <a:gdLst>
              <a:gd name="connisteX0" fmla="*/ 0 w 2565400"/>
              <a:gd name="connsiteY0" fmla="*/ 203200 h 2743200"/>
              <a:gd name="connisteX1" fmla="*/ 203200 w 2565400"/>
              <a:gd name="connsiteY1" fmla="*/ 0 h 2743200"/>
              <a:gd name="connisteX2" fmla="*/ 2362200 w 2565400"/>
              <a:gd name="connsiteY2" fmla="*/ 0 h 2743200"/>
              <a:gd name="connisteX3" fmla="*/ 2565400 w 2565400"/>
              <a:gd name="connsiteY3" fmla="*/ 203200 h 2743200"/>
              <a:gd name="connisteX4" fmla="*/ 2565400 w 2565400"/>
              <a:gd name="connsiteY4" fmla="*/ 2540000 h 2743200"/>
              <a:gd name="connisteX5" fmla="*/ 2362200 w 2565400"/>
              <a:gd name="connsiteY5" fmla="*/ 2743200 h 2743200"/>
              <a:gd name="connisteX6" fmla="*/ 203200 w 2565400"/>
              <a:gd name="connsiteY6" fmla="*/ 2743200 h 2743200"/>
              <a:gd name="connisteX7" fmla="*/ 0 w 2565400"/>
              <a:gd name="connsiteY7" fmla="*/ 2540000 h 2743200"/>
              <a:gd name="connisteX8" fmla="*/ 0 w 2565400"/>
              <a:gd name="connsiteY8" fmla="*/ 203200 h 274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65400" h="274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62200" y="0"/>
                </a:lnTo>
                <a:cubicBezTo>
                  <a:pt x="2474424" y="0"/>
                  <a:pt x="2565400" y="90976"/>
                  <a:pt x="2565400" y="203200"/>
                </a:cubicBezTo>
                <a:lnTo>
                  <a:pt x="2565400" y="2540000"/>
                </a:lnTo>
                <a:cubicBezTo>
                  <a:pt x="2565400" y="2652224"/>
                  <a:pt x="2474424" y="2743200"/>
                  <a:pt x="2362200" y="2743200"/>
                </a:cubicBezTo>
                <a:lnTo>
                  <a:pt x="203200" y="2743200"/>
                </a:lnTo>
                <a:cubicBezTo>
                  <a:pt x="90976" y="2743200"/>
                  <a:pt x="0" y="2652224"/>
                  <a:pt x="0" y="254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6604000" y="1397000"/>
            <a:ext cx="1955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6604000" y="1955800"/>
            <a:ext cx="1955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4" name="装饰  3"/>
          <p:cNvSpPr>
            <a:spLocks noGrp="1"/>
          </p:cNvSpPr>
          <p:nvPr>
            <p:ph type="body" idx="16399" hasCustomPrompt="1"/>
            <p:custDataLst>
              <p:tags r:id="rId10"/>
            </p:custDataLst>
          </p:nvPr>
        </p:nvSpPr>
        <p:spPr>
          <a:xfrm>
            <a:off x="9017000" y="609600"/>
            <a:ext cx="2565400" cy="2743200"/>
          </a:xfrm>
          <a:custGeom>
            <a:avLst/>
            <a:gdLst>
              <a:gd name="connisteX0" fmla="*/ 0 w 2565400"/>
              <a:gd name="connsiteY0" fmla="*/ 203200 h 2743200"/>
              <a:gd name="connisteX1" fmla="*/ 203200 w 2565400"/>
              <a:gd name="connsiteY1" fmla="*/ 0 h 2743200"/>
              <a:gd name="connisteX2" fmla="*/ 2362200 w 2565400"/>
              <a:gd name="connsiteY2" fmla="*/ 0 h 2743200"/>
              <a:gd name="connisteX3" fmla="*/ 2565400 w 2565400"/>
              <a:gd name="connsiteY3" fmla="*/ 203200 h 2743200"/>
              <a:gd name="connisteX4" fmla="*/ 2565400 w 2565400"/>
              <a:gd name="connsiteY4" fmla="*/ 2540000 h 2743200"/>
              <a:gd name="connisteX5" fmla="*/ 2362200 w 2565400"/>
              <a:gd name="connsiteY5" fmla="*/ 2743200 h 2743200"/>
              <a:gd name="connisteX6" fmla="*/ 203200 w 2565400"/>
              <a:gd name="connsiteY6" fmla="*/ 2743200 h 2743200"/>
              <a:gd name="connisteX7" fmla="*/ 0 w 2565400"/>
              <a:gd name="connsiteY7" fmla="*/ 2540000 h 2743200"/>
              <a:gd name="connisteX8" fmla="*/ 0 w 2565400"/>
              <a:gd name="connsiteY8" fmla="*/ 203200 h 274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65400" h="274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62200" y="0"/>
                </a:lnTo>
                <a:cubicBezTo>
                  <a:pt x="2474424" y="0"/>
                  <a:pt x="2565400" y="90976"/>
                  <a:pt x="2565400" y="203200"/>
                </a:cubicBezTo>
                <a:lnTo>
                  <a:pt x="2565400" y="2540000"/>
                </a:lnTo>
                <a:cubicBezTo>
                  <a:pt x="2565400" y="2652224"/>
                  <a:pt x="2474424" y="2743200"/>
                  <a:pt x="2362200" y="2743200"/>
                </a:cubicBezTo>
                <a:lnTo>
                  <a:pt x="203200" y="2743200"/>
                </a:lnTo>
                <a:cubicBezTo>
                  <a:pt x="90976" y="2743200"/>
                  <a:pt x="0" y="2652224"/>
                  <a:pt x="0" y="254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9321800" y="1397000"/>
            <a:ext cx="1955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2" hasCustomPrompt="1"/>
            <p:custDataLst>
              <p:tags r:id="rId12"/>
            </p:custDataLst>
          </p:nvPr>
        </p:nvSpPr>
        <p:spPr>
          <a:xfrm>
            <a:off x="9321800" y="1955800"/>
            <a:ext cx="1955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7" name="装饰  6"/>
          <p:cNvSpPr>
            <a:spLocks noGrp="1"/>
          </p:cNvSpPr>
          <p:nvPr>
            <p:ph type="body" idx="16400" hasCustomPrompt="1"/>
            <p:custDataLst>
              <p:tags r:id="rId13"/>
            </p:custDataLst>
          </p:nvPr>
        </p:nvSpPr>
        <p:spPr>
          <a:xfrm>
            <a:off x="3581400" y="3505200"/>
            <a:ext cx="2565400" cy="2743200"/>
          </a:xfrm>
          <a:custGeom>
            <a:avLst/>
            <a:gdLst>
              <a:gd name="connisteX0" fmla="*/ 0 w 2565400"/>
              <a:gd name="connsiteY0" fmla="*/ 203200 h 2743200"/>
              <a:gd name="connisteX1" fmla="*/ 203200 w 2565400"/>
              <a:gd name="connsiteY1" fmla="*/ 0 h 2743200"/>
              <a:gd name="connisteX2" fmla="*/ 2362200 w 2565400"/>
              <a:gd name="connsiteY2" fmla="*/ 0 h 2743200"/>
              <a:gd name="connisteX3" fmla="*/ 2565400 w 2565400"/>
              <a:gd name="connsiteY3" fmla="*/ 203200 h 2743200"/>
              <a:gd name="connisteX4" fmla="*/ 2565400 w 2565400"/>
              <a:gd name="connsiteY4" fmla="*/ 2540000 h 2743200"/>
              <a:gd name="connisteX5" fmla="*/ 2362200 w 2565400"/>
              <a:gd name="connsiteY5" fmla="*/ 2743200 h 2743200"/>
              <a:gd name="connisteX6" fmla="*/ 203200 w 2565400"/>
              <a:gd name="connsiteY6" fmla="*/ 2743200 h 2743200"/>
              <a:gd name="connisteX7" fmla="*/ 0 w 2565400"/>
              <a:gd name="connsiteY7" fmla="*/ 2540000 h 2743200"/>
              <a:gd name="connisteX8" fmla="*/ 0 w 2565400"/>
              <a:gd name="connsiteY8" fmla="*/ 203200 h 274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65400" h="274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62200" y="0"/>
                </a:lnTo>
                <a:cubicBezTo>
                  <a:pt x="2474424" y="0"/>
                  <a:pt x="2565400" y="90976"/>
                  <a:pt x="2565400" y="203200"/>
                </a:cubicBezTo>
                <a:lnTo>
                  <a:pt x="2565400" y="2540000"/>
                </a:lnTo>
                <a:cubicBezTo>
                  <a:pt x="2565400" y="2652224"/>
                  <a:pt x="2474424" y="2743200"/>
                  <a:pt x="2362200" y="2743200"/>
                </a:cubicBezTo>
                <a:lnTo>
                  <a:pt x="203200" y="2743200"/>
                </a:lnTo>
                <a:cubicBezTo>
                  <a:pt x="90976" y="2743200"/>
                  <a:pt x="0" y="2652224"/>
                  <a:pt x="0" y="254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3886200" y="4292600"/>
            <a:ext cx="1955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4" hasCustomPrompt="1"/>
            <p:custDataLst>
              <p:tags r:id="rId15"/>
            </p:custDataLst>
          </p:nvPr>
        </p:nvSpPr>
        <p:spPr>
          <a:xfrm>
            <a:off x="3886200" y="4851400"/>
            <a:ext cx="1955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20" name="装饰  9"/>
          <p:cNvSpPr>
            <a:spLocks noGrp="1"/>
          </p:cNvSpPr>
          <p:nvPr>
            <p:ph type="body" idx="16401" hasCustomPrompt="1"/>
            <p:custDataLst>
              <p:tags r:id="rId16"/>
            </p:custDataLst>
          </p:nvPr>
        </p:nvSpPr>
        <p:spPr>
          <a:xfrm>
            <a:off x="6299200" y="3505200"/>
            <a:ext cx="2565400" cy="2743200"/>
          </a:xfrm>
          <a:custGeom>
            <a:avLst/>
            <a:gdLst>
              <a:gd name="connisteX0" fmla="*/ 0 w 2565400"/>
              <a:gd name="connsiteY0" fmla="*/ 203200 h 2743200"/>
              <a:gd name="connisteX1" fmla="*/ 203200 w 2565400"/>
              <a:gd name="connsiteY1" fmla="*/ 0 h 2743200"/>
              <a:gd name="connisteX2" fmla="*/ 2362200 w 2565400"/>
              <a:gd name="connsiteY2" fmla="*/ 0 h 2743200"/>
              <a:gd name="connisteX3" fmla="*/ 2565400 w 2565400"/>
              <a:gd name="connsiteY3" fmla="*/ 203200 h 2743200"/>
              <a:gd name="connisteX4" fmla="*/ 2565400 w 2565400"/>
              <a:gd name="connsiteY4" fmla="*/ 2540000 h 2743200"/>
              <a:gd name="connisteX5" fmla="*/ 2362200 w 2565400"/>
              <a:gd name="connsiteY5" fmla="*/ 2743200 h 2743200"/>
              <a:gd name="connisteX6" fmla="*/ 203200 w 2565400"/>
              <a:gd name="connsiteY6" fmla="*/ 2743200 h 2743200"/>
              <a:gd name="connisteX7" fmla="*/ 0 w 2565400"/>
              <a:gd name="connsiteY7" fmla="*/ 2540000 h 2743200"/>
              <a:gd name="connisteX8" fmla="*/ 0 w 2565400"/>
              <a:gd name="connsiteY8" fmla="*/ 203200 h 274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65400" h="274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62200" y="0"/>
                </a:lnTo>
                <a:cubicBezTo>
                  <a:pt x="2474424" y="0"/>
                  <a:pt x="2565400" y="90976"/>
                  <a:pt x="2565400" y="203200"/>
                </a:cubicBezTo>
                <a:lnTo>
                  <a:pt x="2565400" y="2540000"/>
                </a:lnTo>
                <a:cubicBezTo>
                  <a:pt x="2565400" y="2652224"/>
                  <a:pt x="2474424" y="2743200"/>
                  <a:pt x="2362200" y="2743200"/>
                </a:cubicBezTo>
                <a:lnTo>
                  <a:pt x="203200" y="2743200"/>
                </a:lnTo>
                <a:cubicBezTo>
                  <a:pt x="90976" y="2743200"/>
                  <a:pt x="0" y="2652224"/>
                  <a:pt x="0" y="254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5" hasCustomPrompt="1"/>
            <p:custDataLst>
              <p:tags r:id="rId17"/>
            </p:custDataLst>
          </p:nvPr>
        </p:nvSpPr>
        <p:spPr>
          <a:xfrm>
            <a:off x="6604000" y="4292600"/>
            <a:ext cx="1955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6" hasCustomPrompt="1"/>
            <p:custDataLst>
              <p:tags r:id="rId18"/>
            </p:custDataLst>
          </p:nvPr>
        </p:nvSpPr>
        <p:spPr>
          <a:xfrm>
            <a:off x="6604000" y="4851400"/>
            <a:ext cx="1955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正文页-6_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7391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4" hasCustomPrompt="1"/>
            <p:custDataLst>
              <p:tags r:id="rId3"/>
            </p:custDataLst>
          </p:nvPr>
        </p:nvSpPr>
        <p:spPr>
          <a:xfrm>
            <a:off x="8610600" y="0"/>
            <a:ext cx="3581400" cy="6858000"/>
          </a:xfrm>
          <a:custGeom>
            <a:avLst/>
            <a:gdLst>
              <a:gd name="connisteX0" fmla="*/ 0 w 3581400"/>
              <a:gd name="connsiteY0" fmla="*/ 0 h 6858000"/>
              <a:gd name="connisteX1" fmla="*/ 3581400 w 3581400"/>
              <a:gd name="connsiteY1" fmla="*/ 0 h 6858000"/>
              <a:gd name="connisteX2" fmla="*/ 3581400 w 3581400"/>
              <a:gd name="connsiteY2" fmla="*/ 6858000 h 6858000"/>
              <a:gd name="connisteX3" fmla="*/ 0 w 3581400"/>
              <a:gd name="connsiteY3" fmla="*/ 6858000 h 6858000"/>
              <a:gd name="connisteX4" fmla="*/ 0 w 35814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0" t="0" r="0" b="0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装饰  7"/>
          <p:cNvSpPr>
            <a:spLocks noGrp="1"/>
          </p:cNvSpPr>
          <p:nvPr>
            <p:ph type="body" idx="16395" hasCustomPrompt="1"/>
            <p:custDataLst>
              <p:tags r:id="rId4"/>
            </p:custDataLst>
          </p:nvPr>
        </p:nvSpPr>
        <p:spPr>
          <a:xfrm>
            <a:off x="609600" y="19304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1930400"/>
            <a:ext cx="3314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2438400"/>
            <a:ext cx="33147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1" name="装饰  0"/>
          <p:cNvSpPr>
            <a:spLocks noGrp="1"/>
          </p:cNvSpPr>
          <p:nvPr>
            <p:ph type="body" idx="16396" hasCustomPrompt="1"/>
            <p:custDataLst>
              <p:tags r:id="rId7"/>
            </p:custDataLst>
          </p:nvPr>
        </p:nvSpPr>
        <p:spPr>
          <a:xfrm>
            <a:off x="4533900" y="19304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4686300" y="1930400"/>
            <a:ext cx="3314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4686300" y="2438400"/>
            <a:ext cx="33147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4" name="装饰  3"/>
          <p:cNvSpPr>
            <a:spLocks noGrp="1"/>
          </p:cNvSpPr>
          <p:nvPr>
            <p:ph type="body" idx="16397" hasCustomPrompt="1"/>
            <p:custDataLst>
              <p:tags r:id="rId10"/>
            </p:custDataLst>
          </p:nvPr>
        </p:nvSpPr>
        <p:spPr>
          <a:xfrm>
            <a:off x="609600" y="41148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762000" y="4114800"/>
            <a:ext cx="3314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762000" y="4622800"/>
            <a:ext cx="33147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7" name="装饰  6"/>
          <p:cNvSpPr>
            <a:spLocks noGrp="1"/>
          </p:cNvSpPr>
          <p:nvPr>
            <p:ph type="body" idx="16398" hasCustomPrompt="1"/>
            <p:custDataLst>
              <p:tags r:id="rId13"/>
            </p:custDataLst>
          </p:nvPr>
        </p:nvSpPr>
        <p:spPr>
          <a:xfrm>
            <a:off x="4533900" y="41148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2" hasCustomPrompt="1"/>
            <p:custDataLst>
              <p:tags r:id="rId14"/>
            </p:custDataLst>
          </p:nvPr>
        </p:nvSpPr>
        <p:spPr>
          <a:xfrm>
            <a:off x="4686300" y="4114800"/>
            <a:ext cx="3314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4686300" y="4622800"/>
            <a:ext cx="33147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4_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1524000"/>
            <a:ext cx="2438400" cy="2209800"/>
          </a:xfrm>
          <a:custGeom>
            <a:avLst/>
            <a:gdLst>
              <a:gd name="connisteX0" fmla="*/ 0 w 2438400"/>
              <a:gd name="connsiteY0" fmla="*/ 203200 h 2209800"/>
              <a:gd name="connisteX1" fmla="*/ 203200 w 2438400"/>
              <a:gd name="connsiteY1" fmla="*/ 0 h 2209800"/>
              <a:gd name="connisteX2" fmla="*/ 2235200 w 2438400"/>
              <a:gd name="connsiteY2" fmla="*/ 0 h 2209800"/>
              <a:gd name="connisteX3" fmla="*/ 2438400 w 2438400"/>
              <a:gd name="connsiteY3" fmla="*/ 203200 h 2209800"/>
              <a:gd name="connisteX4" fmla="*/ 2438400 w 2438400"/>
              <a:gd name="connsiteY4" fmla="*/ 2006600 h 2209800"/>
              <a:gd name="connisteX5" fmla="*/ 2235200 w 2438400"/>
              <a:gd name="connsiteY5" fmla="*/ 2209800 h 2209800"/>
              <a:gd name="connisteX6" fmla="*/ 203200 w 2438400"/>
              <a:gd name="connsiteY6" fmla="*/ 2209800 h 2209800"/>
              <a:gd name="connisteX7" fmla="*/ 0 w 2438400"/>
              <a:gd name="connsiteY7" fmla="*/ 2006600 h 2209800"/>
              <a:gd name="connisteX8" fmla="*/ 0 w 24384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4384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235200" y="0"/>
                </a:lnTo>
                <a:cubicBezTo>
                  <a:pt x="2347424" y="0"/>
                  <a:pt x="2438400" y="90976"/>
                  <a:pt x="2438400" y="203200"/>
                </a:cubicBezTo>
                <a:lnTo>
                  <a:pt x="2438400" y="2006600"/>
                </a:lnTo>
                <a:cubicBezTo>
                  <a:pt x="2438400" y="2118824"/>
                  <a:pt x="2347424" y="2209800"/>
                  <a:pt x="22352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3352800" y="1892300"/>
            <a:ext cx="2590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3352800" y="2451100"/>
            <a:ext cx="2590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0" name="内容占位符 9"/>
          <p:cNvSpPr>
            <a:spLocks noGrp="1"/>
          </p:cNvSpPr>
          <p:nvPr>
            <p:ph idx="16393" hasCustomPrompt="1"/>
            <p:custDataLst>
              <p:tags r:id="rId6"/>
            </p:custDataLst>
          </p:nvPr>
        </p:nvSpPr>
        <p:spPr>
          <a:xfrm>
            <a:off x="6248400" y="1524000"/>
            <a:ext cx="2438400" cy="2209800"/>
          </a:xfrm>
          <a:custGeom>
            <a:avLst/>
            <a:gdLst>
              <a:gd name="connisteX0" fmla="*/ 0 w 2438400"/>
              <a:gd name="connsiteY0" fmla="*/ 203200 h 2209800"/>
              <a:gd name="connisteX1" fmla="*/ 203200 w 2438400"/>
              <a:gd name="connsiteY1" fmla="*/ 0 h 2209800"/>
              <a:gd name="connisteX2" fmla="*/ 2235200 w 2438400"/>
              <a:gd name="connsiteY2" fmla="*/ 0 h 2209800"/>
              <a:gd name="connisteX3" fmla="*/ 2438400 w 2438400"/>
              <a:gd name="connsiteY3" fmla="*/ 203200 h 2209800"/>
              <a:gd name="connisteX4" fmla="*/ 2438400 w 2438400"/>
              <a:gd name="connsiteY4" fmla="*/ 2006600 h 2209800"/>
              <a:gd name="connisteX5" fmla="*/ 2235200 w 2438400"/>
              <a:gd name="connsiteY5" fmla="*/ 2209800 h 2209800"/>
              <a:gd name="connisteX6" fmla="*/ 203200 w 2438400"/>
              <a:gd name="connsiteY6" fmla="*/ 2209800 h 2209800"/>
              <a:gd name="connisteX7" fmla="*/ 0 w 2438400"/>
              <a:gd name="connsiteY7" fmla="*/ 2006600 h 2209800"/>
              <a:gd name="connisteX8" fmla="*/ 0 w 24384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4384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235200" y="0"/>
                </a:lnTo>
                <a:cubicBezTo>
                  <a:pt x="2347424" y="0"/>
                  <a:pt x="2438400" y="90976"/>
                  <a:pt x="2438400" y="203200"/>
                </a:cubicBezTo>
                <a:lnTo>
                  <a:pt x="2438400" y="2006600"/>
                </a:lnTo>
                <a:cubicBezTo>
                  <a:pt x="2438400" y="2118824"/>
                  <a:pt x="2347424" y="2209800"/>
                  <a:pt x="22352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8991600" y="1892300"/>
            <a:ext cx="2590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8991600" y="2451100"/>
            <a:ext cx="2590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3" name="内容占位符 12"/>
          <p:cNvSpPr>
            <a:spLocks noGrp="1"/>
          </p:cNvSpPr>
          <p:nvPr>
            <p:ph idx="16394" hasCustomPrompt="1"/>
            <p:custDataLst>
              <p:tags r:id="rId9"/>
            </p:custDataLst>
          </p:nvPr>
        </p:nvSpPr>
        <p:spPr>
          <a:xfrm>
            <a:off x="609600" y="4038600"/>
            <a:ext cx="2438400" cy="2209800"/>
          </a:xfrm>
          <a:custGeom>
            <a:avLst/>
            <a:gdLst>
              <a:gd name="connisteX0" fmla="*/ 0 w 2438400"/>
              <a:gd name="connsiteY0" fmla="*/ 203200 h 2209800"/>
              <a:gd name="connisteX1" fmla="*/ 203200 w 2438400"/>
              <a:gd name="connsiteY1" fmla="*/ 0 h 2209800"/>
              <a:gd name="connisteX2" fmla="*/ 2235200 w 2438400"/>
              <a:gd name="connsiteY2" fmla="*/ 0 h 2209800"/>
              <a:gd name="connisteX3" fmla="*/ 2438400 w 2438400"/>
              <a:gd name="connsiteY3" fmla="*/ 203200 h 2209800"/>
              <a:gd name="connisteX4" fmla="*/ 2438400 w 2438400"/>
              <a:gd name="connsiteY4" fmla="*/ 2006600 h 2209800"/>
              <a:gd name="connisteX5" fmla="*/ 2235200 w 2438400"/>
              <a:gd name="connsiteY5" fmla="*/ 2209800 h 2209800"/>
              <a:gd name="connisteX6" fmla="*/ 203200 w 2438400"/>
              <a:gd name="connsiteY6" fmla="*/ 2209800 h 2209800"/>
              <a:gd name="connisteX7" fmla="*/ 0 w 2438400"/>
              <a:gd name="connsiteY7" fmla="*/ 2006600 h 2209800"/>
              <a:gd name="connisteX8" fmla="*/ 0 w 24384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4384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235200" y="0"/>
                </a:lnTo>
                <a:cubicBezTo>
                  <a:pt x="2347424" y="0"/>
                  <a:pt x="2438400" y="90976"/>
                  <a:pt x="2438400" y="203200"/>
                </a:cubicBezTo>
                <a:lnTo>
                  <a:pt x="2438400" y="2006600"/>
                </a:lnTo>
                <a:cubicBezTo>
                  <a:pt x="2438400" y="2118824"/>
                  <a:pt x="2347424" y="2209800"/>
                  <a:pt x="22352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3352800" y="4406900"/>
            <a:ext cx="2590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3352800" y="4965700"/>
            <a:ext cx="2590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4_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idx="16394" hasCustomPrompt="1"/>
            <p:custDataLst>
              <p:tags r:id="rId3"/>
            </p:custDataLst>
          </p:nvPr>
        </p:nvSpPr>
        <p:spPr>
          <a:xfrm>
            <a:off x="609600" y="19304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1778000" y="1930400"/>
            <a:ext cx="4089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1778000" y="2438400"/>
            <a:ext cx="4089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idx="16395" hasCustomPrompt="1"/>
            <p:custDataLst>
              <p:tags r:id="rId6"/>
            </p:custDataLst>
          </p:nvPr>
        </p:nvSpPr>
        <p:spPr>
          <a:xfrm>
            <a:off x="6324600" y="19304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7493000" y="1930400"/>
            <a:ext cx="4089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7493000" y="2438400"/>
            <a:ext cx="4089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idx="16396" hasCustomPrompt="1"/>
            <p:custDataLst>
              <p:tags r:id="rId9"/>
            </p:custDataLst>
          </p:nvPr>
        </p:nvSpPr>
        <p:spPr>
          <a:xfrm>
            <a:off x="609600" y="41148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1778000" y="4114800"/>
            <a:ext cx="4089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1778000" y="4622800"/>
            <a:ext cx="4089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6397" hasCustomPrompt="1"/>
            <p:custDataLst>
              <p:tags r:id="rId12"/>
            </p:custDataLst>
          </p:nvPr>
        </p:nvSpPr>
        <p:spPr>
          <a:xfrm>
            <a:off x="6324600" y="41148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7493000" y="4114800"/>
            <a:ext cx="4089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7493000" y="4622800"/>
            <a:ext cx="4089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21336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8" name="装饰  7"/>
          <p:cNvSpPr>
            <a:spLocks noGrp="1"/>
          </p:cNvSpPr>
          <p:nvPr>
            <p:ph type="body" idx="16392" hasCustomPrompt="1"/>
            <p:custDataLst>
              <p:tags r:id="rId4"/>
            </p:custDataLst>
          </p:nvPr>
        </p:nvSpPr>
        <p:spPr>
          <a:xfrm>
            <a:off x="609600" y="26924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743200 h 2946400"/>
              <a:gd name="connisteX5" fmla="*/ 3251200 w 3454400"/>
              <a:gd name="connsiteY5" fmla="*/ 2946400 h 2946400"/>
              <a:gd name="connisteX6" fmla="*/ 203200 w 3454400"/>
              <a:gd name="connsiteY6" fmla="*/ 2946400 h 2946400"/>
              <a:gd name="connisteX7" fmla="*/ 0 w 3454400"/>
              <a:gd name="connsiteY7" fmla="*/ 2743200 h 2946400"/>
              <a:gd name="connisteX8" fmla="*/ 0 w 34544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35560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4368800" y="21336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1" name="装饰  0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4368800" y="26924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743200 h 2946400"/>
              <a:gd name="connisteX5" fmla="*/ 3251200 w 3454400"/>
              <a:gd name="connsiteY5" fmla="*/ 2946400 h 2946400"/>
              <a:gd name="connisteX6" fmla="*/ 203200 w 3454400"/>
              <a:gd name="connsiteY6" fmla="*/ 2946400 h 2946400"/>
              <a:gd name="connisteX7" fmla="*/ 0 w 3454400"/>
              <a:gd name="connsiteY7" fmla="*/ 2743200 h 2946400"/>
              <a:gd name="connisteX8" fmla="*/ 0 w 34544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673600" y="35560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8128000" y="21336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4" name="装饰  3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8128000" y="26924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743200 h 2946400"/>
              <a:gd name="connisteX5" fmla="*/ 3251200 w 3454400"/>
              <a:gd name="connsiteY5" fmla="*/ 2946400 h 2946400"/>
              <a:gd name="connisteX6" fmla="*/ 203200 w 3454400"/>
              <a:gd name="connsiteY6" fmla="*/ 2946400 h 2946400"/>
              <a:gd name="connisteX7" fmla="*/ 0 w 3454400"/>
              <a:gd name="connsiteY7" fmla="*/ 2743200 h 2946400"/>
              <a:gd name="connisteX8" fmla="*/ 0 w 34544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432800" y="35560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3_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4" hasCustomPrompt="1"/>
            <p:custDataLst>
              <p:tags r:id="rId3"/>
            </p:custDataLst>
          </p:nvPr>
        </p:nvSpPr>
        <p:spPr>
          <a:xfrm>
            <a:off x="609600" y="3556000"/>
            <a:ext cx="2514600" cy="2692400"/>
          </a:xfrm>
          <a:custGeom>
            <a:avLst/>
            <a:gdLst>
              <a:gd name="connisteX0" fmla="*/ 0 w 2514600"/>
              <a:gd name="connsiteY0" fmla="*/ 0 h 2692400"/>
              <a:gd name="connisteX1" fmla="*/ 2514600 w 2514600"/>
              <a:gd name="connsiteY1" fmla="*/ 0 h 2692400"/>
              <a:gd name="connisteX2" fmla="*/ 2514600 w 2514600"/>
              <a:gd name="connsiteY2" fmla="*/ 2489200 h 2692400"/>
              <a:gd name="connisteX3" fmla="*/ 2311400 w 2514600"/>
              <a:gd name="connsiteY3" fmla="*/ 2692400 h 2692400"/>
              <a:gd name="connisteX4" fmla="*/ 203200 w 2514600"/>
              <a:gd name="connsiteY4" fmla="*/ 2692400 h 2692400"/>
              <a:gd name="connisteX5" fmla="*/ 0 w 2514600"/>
              <a:gd name="connsiteY5" fmla="*/ 2489200 h 2692400"/>
              <a:gd name="connisteX6" fmla="*/ 0 w 25146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2514600" h="2692400">
                <a:moveTo>
                  <a:pt x="0" y="0"/>
                </a:moveTo>
                <a:lnTo>
                  <a:pt x="2514600" y="0"/>
                </a:lnTo>
                <a:lnTo>
                  <a:pt x="2514600" y="2489200"/>
                </a:lnTo>
                <a:cubicBezTo>
                  <a:pt x="2514600" y="2601424"/>
                  <a:pt x="2423624" y="2692400"/>
                  <a:pt x="23114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图片占位符 7"/>
          <p:cNvSpPr>
            <a:spLocks noGrp="1"/>
          </p:cNvSpPr>
          <p:nvPr>
            <p:ph type="pic" idx="16395" hasCustomPrompt="1"/>
            <p:custDataLst>
              <p:tags r:id="rId4"/>
            </p:custDataLst>
          </p:nvPr>
        </p:nvSpPr>
        <p:spPr>
          <a:xfrm>
            <a:off x="609600" y="1524000"/>
            <a:ext cx="2514600" cy="2032000"/>
          </a:xfrm>
          <a:custGeom>
            <a:avLst/>
            <a:gdLst>
              <a:gd name="connisteX0" fmla="*/ 0 w 2514600"/>
              <a:gd name="connsiteY0" fmla="*/ 203200 h 2032000"/>
              <a:gd name="connisteX1" fmla="*/ 203200 w 2514600"/>
              <a:gd name="connsiteY1" fmla="*/ 0 h 2032000"/>
              <a:gd name="connisteX2" fmla="*/ 2311400 w 2514600"/>
              <a:gd name="connsiteY2" fmla="*/ 0 h 2032000"/>
              <a:gd name="connisteX3" fmla="*/ 2514600 w 2514600"/>
              <a:gd name="connsiteY3" fmla="*/ 203200 h 2032000"/>
              <a:gd name="connisteX4" fmla="*/ 2514600 w 2514600"/>
              <a:gd name="connsiteY4" fmla="*/ 2032000 h 2032000"/>
              <a:gd name="connisteX5" fmla="*/ 0 w 2514600"/>
              <a:gd name="connsiteY5" fmla="*/ 2032000 h 2032000"/>
              <a:gd name="connisteX6" fmla="*/ 0 w 25146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25146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37592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4216400"/>
            <a:ext cx="1905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1" name="装饰  0"/>
          <p:cNvSpPr>
            <a:spLocks noGrp="1"/>
          </p:cNvSpPr>
          <p:nvPr>
            <p:ph type="body" idx="16396" hasCustomPrompt="1"/>
            <p:custDataLst>
              <p:tags r:id="rId7"/>
            </p:custDataLst>
          </p:nvPr>
        </p:nvSpPr>
        <p:spPr>
          <a:xfrm>
            <a:off x="3429000" y="3556000"/>
            <a:ext cx="2514600" cy="2692400"/>
          </a:xfrm>
          <a:custGeom>
            <a:avLst/>
            <a:gdLst>
              <a:gd name="connisteX0" fmla="*/ 0 w 2514600"/>
              <a:gd name="connsiteY0" fmla="*/ 0 h 2692400"/>
              <a:gd name="connisteX1" fmla="*/ 2514600 w 2514600"/>
              <a:gd name="connsiteY1" fmla="*/ 0 h 2692400"/>
              <a:gd name="connisteX2" fmla="*/ 2514600 w 2514600"/>
              <a:gd name="connsiteY2" fmla="*/ 2489200 h 2692400"/>
              <a:gd name="connisteX3" fmla="*/ 2311400 w 2514600"/>
              <a:gd name="connsiteY3" fmla="*/ 2692400 h 2692400"/>
              <a:gd name="connisteX4" fmla="*/ 203200 w 2514600"/>
              <a:gd name="connsiteY4" fmla="*/ 2692400 h 2692400"/>
              <a:gd name="connisteX5" fmla="*/ 0 w 2514600"/>
              <a:gd name="connsiteY5" fmla="*/ 2489200 h 2692400"/>
              <a:gd name="connisteX6" fmla="*/ 0 w 25146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2514600" h="2692400">
                <a:moveTo>
                  <a:pt x="0" y="0"/>
                </a:moveTo>
                <a:lnTo>
                  <a:pt x="2514600" y="0"/>
                </a:lnTo>
                <a:lnTo>
                  <a:pt x="2514600" y="2489200"/>
                </a:lnTo>
                <a:cubicBezTo>
                  <a:pt x="2514600" y="2601424"/>
                  <a:pt x="2423624" y="2692400"/>
                  <a:pt x="23114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idx="16397" hasCustomPrompt="1"/>
            <p:custDataLst>
              <p:tags r:id="rId8"/>
            </p:custDataLst>
          </p:nvPr>
        </p:nvSpPr>
        <p:spPr>
          <a:xfrm>
            <a:off x="3429000" y="1524000"/>
            <a:ext cx="2514600" cy="2032000"/>
          </a:xfrm>
          <a:custGeom>
            <a:avLst/>
            <a:gdLst>
              <a:gd name="connisteX0" fmla="*/ 0 w 2514600"/>
              <a:gd name="connsiteY0" fmla="*/ 203200 h 2032000"/>
              <a:gd name="connisteX1" fmla="*/ 203200 w 2514600"/>
              <a:gd name="connsiteY1" fmla="*/ 0 h 2032000"/>
              <a:gd name="connisteX2" fmla="*/ 2311400 w 2514600"/>
              <a:gd name="connsiteY2" fmla="*/ 0 h 2032000"/>
              <a:gd name="connisteX3" fmla="*/ 2514600 w 2514600"/>
              <a:gd name="connsiteY3" fmla="*/ 203200 h 2032000"/>
              <a:gd name="connisteX4" fmla="*/ 2514600 w 2514600"/>
              <a:gd name="connsiteY4" fmla="*/ 2032000 h 2032000"/>
              <a:gd name="connisteX5" fmla="*/ 0 w 2514600"/>
              <a:gd name="connsiteY5" fmla="*/ 2032000 h 2032000"/>
              <a:gd name="connisteX6" fmla="*/ 0 w 25146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25146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3733800" y="37592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3733800" y="4216400"/>
            <a:ext cx="1905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5" name="装饰  4"/>
          <p:cNvSpPr>
            <a:spLocks noGrp="1"/>
          </p:cNvSpPr>
          <p:nvPr>
            <p:ph type="body" idx="16398" hasCustomPrompt="1"/>
            <p:custDataLst>
              <p:tags r:id="rId11"/>
            </p:custDataLst>
          </p:nvPr>
        </p:nvSpPr>
        <p:spPr>
          <a:xfrm>
            <a:off x="6248400" y="3556000"/>
            <a:ext cx="2514600" cy="2692400"/>
          </a:xfrm>
          <a:custGeom>
            <a:avLst/>
            <a:gdLst>
              <a:gd name="connisteX0" fmla="*/ 0 w 2514600"/>
              <a:gd name="connsiteY0" fmla="*/ 0 h 2692400"/>
              <a:gd name="connisteX1" fmla="*/ 2514600 w 2514600"/>
              <a:gd name="connsiteY1" fmla="*/ 0 h 2692400"/>
              <a:gd name="connisteX2" fmla="*/ 2514600 w 2514600"/>
              <a:gd name="connsiteY2" fmla="*/ 2489200 h 2692400"/>
              <a:gd name="connisteX3" fmla="*/ 2311400 w 2514600"/>
              <a:gd name="connsiteY3" fmla="*/ 2692400 h 2692400"/>
              <a:gd name="connisteX4" fmla="*/ 203200 w 2514600"/>
              <a:gd name="connsiteY4" fmla="*/ 2692400 h 2692400"/>
              <a:gd name="connisteX5" fmla="*/ 0 w 2514600"/>
              <a:gd name="connsiteY5" fmla="*/ 2489200 h 2692400"/>
              <a:gd name="connisteX6" fmla="*/ 0 w 25146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2514600" h="2692400">
                <a:moveTo>
                  <a:pt x="0" y="0"/>
                </a:moveTo>
                <a:lnTo>
                  <a:pt x="2514600" y="0"/>
                </a:lnTo>
                <a:lnTo>
                  <a:pt x="2514600" y="2489200"/>
                </a:lnTo>
                <a:cubicBezTo>
                  <a:pt x="2514600" y="2601424"/>
                  <a:pt x="2423624" y="2692400"/>
                  <a:pt x="23114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6399" hasCustomPrompt="1"/>
            <p:custDataLst>
              <p:tags r:id="rId12"/>
            </p:custDataLst>
          </p:nvPr>
        </p:nvSpPr>
        <p:spPr>
          <a:xfrm>
            <a:off x="6248400" y="1524000"/>
            <a:ext cx="2514600" cy="2032000"/>
          </a:xfrm>
          <a:custGeom>
            <a:avLst/>
            <a:gdLst>
              <a:gd name="connisteX0" fmla="*/ 0 w 2514600"/>
              <a:gd name="connsiteY0" fmla="*/ 203200 h 2032000"/>
              <a:gd name="connisteX1" fmla="*/ 203200 w 2514600"/>
              <a:gd name="connsiteY1" fmla="*/ 0 h 2032000"/>
              <a:gd name="connisteX2" fmla="*/ 2311400 w 2514600"/>
              <a:gd name="connsiteY2" fmla="*/ 0 h 2032000"/>
              <a:gd name="connisteX3" fmla="*/ 2514600 w 2514600"/>
              <a:gd name="connsiteY3" fmla="*/ 203200 h 2032000"/>
              <a:gd name="connisteX4" fmla="*/ 2514600 w 2514600"/>
              <a:gd name="connsiteY4" fmla="*/ 2032000 h 2032000"/>
              <a:gd name="connisteX5" fmla="*/ 0 w 2514600"/>
              <a:gd name="connsiteY5" fmla="*/ 2032000 h 2032000"/>
              <a:gd name="connisteX6" fmla="*/ 0 w 25146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25146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6553200" y="37592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6553200" y="4216400"/>
            <a:ext cx="1905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9" name="装饰  8"/>
          <p:cNvSpPr>
            <a:spLocks noGrp="1"/>
          </p:cNvSpPr>
          <p:nvPr>
            <p:ph type="body" idx="16400" hasCustomPrompt="1"/>
            <p:custDataLst>
              <p:tags r:id="rId15"/>
            </p:custDataLst>
          </p:nvPr>
        </p:nvSpPr>
        <p:spPr>
          <a:xfrm>
            <a:off x="9067800" y="3556000"/>
            <a:ext cx="2514600" cy="2692400"/>
          </a:xfrm>
          <a:custGeom>
            <a:avLst/>
            <a:gdLst>
              <a:gd name="connisteX0" fmla="*/ 0 w 2514600"/>
              <a:gd name="connsiteY0" fmla="*/ 0 h 2692400"/>
              <a:gd name="connisteX1" fmla="*/ 2514600 w 2514600"/>
              <a:gd name="connsiteY1" fmla="*/ 0 h 2692400"/>
              <a:gd name="connisteX2" fmla="*/ 2514600 w 2514600"/>
              <a:gd name="connsiteY2" fmla="*/ 2489200 h 2692400"/>
              <a:gd name="connisteX3" fmla="*/ 2311400 w 2514600"/>
              <a:gd name="connsiteY3" fmla="*/ 2692400 h 2692400"/>
              <a:gd name="connisteX4" fmla="*/ 203200 w 2514600"/>
              <a:gd name="connsiteY4" fmla="*/ 2692400 h 2692400"/>
              <a:gd name="connisteX5" fmla="*/ 0 w 2514600"/>
              <a:gd name="connsiteY5" fmla="*/ 2489200 h 2692400"/>
              <a:gd name="connisteX6" fmla="*/ 0 w 25146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2514600" h="2692400">
                <a:moveTo>
                  <a:pt x="0" y="0"/>
                </a:moveTo>
                <a:lnTo>
                  <a:pt x="2514600" y="0"/>
                </a:lnTo>
                <a:lnTo>
                  <a:pt x="2514600" y="2489200"/>
                </a:lnTo>
                <a:cubicBezTo>
                  <a:pt x="2514600" y="2601424"/>
                  <a:pt x="2423624" y="2692400"/>
                  <a:pt x="23114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0" name="图片占位符 19"/>
          <p:cNvSpPr>
            <a:spLocks noGrp="1"/>
          </p:cNvSpPr>
          <p:nvPr>
            <p:ph type="pic" idx="16401" hasCustomPrompt="1"/>
            <p:custDataLst>
              <p:tags r:id="rId16"/>
            </p:custDataLst>
          </p:nvPr>
        </p:nvSpPr>
        <p:spPr>
          <a:xfrm>
            <a:off x="9067800" y="1524000"/>
            <a:ext cx="2514600" cy="2032000"/>
          </a:xfrm>
          <a:custGeom>
            <a:avLst/>
            <a:gdLst>
              <a:gd name="connisteX0" fmla="*/ 0 w 2514600"/>
              <a:gd name="connsiteY0" fmla="*/ 203200 h 2032000"/>
              <a:gd name="connisteX1" fmla="*/ 203200 w 2514600"/>
              <a:gd name="connsiteY1" fmla="*/ 0 h 2032000"/>
              <a:gd name="connisteX2" fmla="*/ 2311400 w 2514600"/>
              <a:gd name="connsiteY2" fmla="*/ 0 h 2032000"/>
              <a:gd name="connisteX3" fmla="*/ 2514600 w 2514600"/>
              <a:gd name="connsiteY3" fmla="*/ 203200 h 2032000"/>
              <a:gd name="connisteX4" fmla="*/ 2514600 w 2514600"/>
              <a:gd name="connsiteY4" fmla="*/ 2032000 h 2032000"/>
              <a:gd name="connisteX5" fmla="*/ 0 w 2514600"/>
              <a:gd name="connsiteY5" fmla="*/ 2032000 h 2032000"/>
              <a:gd name="connisteX6" fmla="*/ 0 w 25146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25146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2" hasCustomPrompt="1"/>
            <p:custDataLst>
              <p:tags r:id="rId17"/>
            </p:custDataLst>
          </p:nvPr>
        </p:nvSpPr>
        <p:spPr>
          <a:xfrm>
            <a:off x="9372600" y="37592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372600" y="4216400"/>
            <a:ext cx="1905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4_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idx="16394" hasCustomPrompt="1"/>
            <p:custDataLst>
              <p:tags r:id="rId3"/>
            </p:custDataLst>
          </p:nvPr>
        </p:nvSpPr>
        <p:spPr>
          <a:xfrm>
            <a:off x="609600" y="21844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2082800" y="1930400"/>
            <a:ext cx="378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2082800" y="2438400"/>
            <a:ext cx="3784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idx="16395" hasCustomPrompt="1"/>
            <p:custDataLst>
              <p:tags r:id="rId6"/>
            </p:custDataLst>
          </p:nvPr>
        </p:nvSpPr>
        <p:spPr>
          <a:xfrm>
            <a:off x="6324600" y="21844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7797800" y="1930400"/>
            <a:ext cx="378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7797800" y="2438400"/>
            <a:ext cx="3784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idx="16396" hasCustomPrompt="1"/>
            <p:custDataLst>
              <p:tags r:id="rId9"/>
            </p:custDataLst>
          </p:nvPr>
        </p:nvSpPr>
        <p:spPr>
          <a:xfrm>
            <a:off x="609600" y="43688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2082800" y="4114800"/>
            <a:ext cx="378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2082800" y="4622800"/>
            <a:ext cx="3784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6397" hasCustomPrompt="1"/>
            <p:custDataLst>
              <p:tags r:id="rId12"/>
            </p:custDataLst>
          </p:nvPr>
        </p:nvSpPr>
        <p:spPr>
          <a:xfrm>
            <a:off x="6324600" y="43688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7797800" y="4114800"/>
            <a:ext cx="378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7797800" y="4622800"/>
            <a:ext cx="3784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7_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图片占位符 7"/>
          <p:cNvSpPr>
            <a:spLocks noGrp="1"/>
          </p:cNvSpPr>
          <p:nvPr>
            <p:ph type="pic" idx="16393" hasCustomPrompt="1"/>
            <p:custDataLst>
              <p:tags r:id="rId4"/>
            </p:custDataLst>
          </p:nvPr>
        </p:nvSpPr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3860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3688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idx="16395" hasCustomPrompt="1"/>
            <p:custDataLst>
              <p:tags r:id="rId8"/>
            </p:custDataLst>
          </p:nvPr>
        </p:nvSpPr>
        <p:spPr>
          <a:xfrm>
            <a:off x="43688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673600" y="3860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6736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5" name="装饰  4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1280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6397" hasCustomPrompt="1"/>
            <p:custDataLst>
              <p:tags r:id="rId12"/>
            </p:custDataLst>
          </p:nvPr>
        </p:nvSpPr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32800" y="3860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4191000" y="533400"/>
            <a:ext cx="7391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4" hasCustomPrompt="1"/>
            <p:custDataLst>
              <p:tags r:id="rId3"/>
            </p:custDataLst>
          </p:nvPr>
        </p:nvSpPr>
        <p:spPr>
          <a:xfrm>
            <a:off x="0" y="0"/>
            <a:ext cx="3581400" cy="6858000"/>
          </a:xfrm>
          <a:custGeom>
            <a:avLst/>
            <a:gdLst>
              <a:gd name="connisteX0" fmla="*/ 0 w 3581400"/>
              <a:gd name="connsiteY0" fmla="*/ 0 h 6858000"/>
              <a:gd name="connisteX1" fmla="*/ 3581400 w 3581400"/>
              <a:gd name="connsiteY1" fmla="*/ 0 h 6858000"/>
              <a:gd name="connisteX2" fmla="*/ 3581400 w 3581400"/>
              <a:gd name="connsiteY2" fmla="*/ 6858000 h 6858000"/>
              <a:gd name="connisteX3" fmla="*/ 0 w 3581400"/>
              <a:gd name="connsiteY3" fmla="*/ 6858000 h 6858000"/>
              <a:gd name="connisteX4" fmla="*/ 0 w 35814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0" t="0" r="0" b="0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装饰  7"/>
          <p:cNvSpPr>
            <a:spLocks noGrp="1"/>
          </p:cNvSpPr>
          <p:nvPr>
            <p:ph type="body" idx="16395" hasCustomPrompt="1"/>
            <p:custDataLst>
              <p:tags r:id="rId4"/>
            </p:custDataLst>
          </p:nvPr>
        </p:nvSpPr>
        <p:spPr>
          <a:xfrm>
            <a:off x="4191000" y="19304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4343400" y="1930400"/>
            <a:ext cx="3314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4343400" y="2438400"/>
            <a:ext cx="33147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1" name="装饰  0"/>
          <p:cNvSpPr>
            <a:spLocks noGrp="1"/>
          </p:cNvSpPr>
          <p:nvPr>
            <p:ph type="body" idx="16396" hasCustomPrompt="1"/>
            <p:custDataLst>
              <p:tags r:id="rId7"/>
            </p:custDataLst>
          </p:nvPr>
        </p:nvSpPr>
        <p:spPr>
          <a:xfrm>
            <a:off x="8115300" y="19304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8267700" y="1930400"/>
            <a:ext cx="3314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8267700" y="2438400"/>
            <a:ext cx="33147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4" name="装饰  3"/>
          <p:cNvSpPr>
            <a:spLocks noGrp="1"/>
          </p:cNvSpPr>
          <p:nvPr>
            <p:ph type="body" idx="16397" hasCustomPrompt="1"/>
            <p:custDataLst>
              <p:tags r:id="rId10"/>
            </p:custDataLst>
          </p:nvPr>
        </p:nvSpPr>
        <p:spPr>
          <a:xfrm>
            <a:off x="4191000" y="41148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4343400" y="4114800"/>
            <a:ext cx="3314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4343400" y="4622800"/>
            <a:ext cx="33147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7" name="装饰  6"/>
          <p:cNvSpPr>
            <a:spLocks noGrp="1"/>
          </p:cNvSpPr>
          <p:nvPr>
            <p:ph type="body" idx="16398" hasCustomPrompt="1"/>
            <p:custDataLst>
              <p:tags r:id="rId13"/>
            </p:custDataLst>
          </p:nvPr>
        </p:nvSpPr>
        <p:spPr>
          <a:xfrm>
            <a:off x="8115300" y="41148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2" hasCustomPrompt="1"/>
            <p:custDataLst>
              <p:tags r:id="rId14"/>
            </p:custDataLst>
          </p:nvPr>
        </p:nvSpPr>
        <p:spPr>
          <a:xfrm>
            <a:off x="8267700" y="4114800"/>
            <a:ext cx="3314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8267700" y="4622800"/>
            <a:ext cx="33147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0_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6" hasCustomPrompt="1"/>
            <p:custDataLst>
              <p:tags r:id="rId3"/>
            </p:custDataLst>
          </p:nvPr>
        </p:nvSpPr>
        <p:spPr>
          <a:xfrm>
            <a:off x="609600" y="1524000"/>
            <a:ext cx="3581400" cy="4724400"/>
          </a:xfrm>
          <a:custGeom>
            <a:avLst/>
            <a:gdLst>
              <a:gd name="connisteX0" fmla="*/ 0 w 3581400"/>
              <a:gd name="connsiteY0" fmla="*/ 203200 h 4724400"/>
              <a:gd name="connisteX1" fmla="*/ 203200 w 3581400"/>
              <a:gd name="connsiteY1" fmla="*/ 0 h 4724400"/>
              <a:gd name="connisteX2" fmla="*/ 3581400 w 3581400"/>
              <a:gd name="connsiteY2" fmla="*/ 0 h 4724400"/>
              <a:gd name="connisteX3" fmla="*/ 3581400 w 3581400"/>
              <a:gd name="connsiteY3" fmla="*/ 4724400 h 4724400"/>
              <a:gd name="connisteX4" fmla="*/ 203200 w 3581400"/>
              <a:gd name="connsiteY4" fmla="*/ 4724400 h 4724400"/>
              <a:gd name="connisteX5" fmla="*/ 0 w 3581400"/>
              <a:gd name="connsiteY5" fmla="*/ 4521200 h 4724400"/>
              <a:gd name="connisteX6" fmla="*/ 0 w 35814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581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581400" y="0"/>
                </a:lnTo>
                <a:lnTo>
                  <a:pt x="35814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装饰  7"/>
          <p:cNvSpPr>
            <a:spLocks noGrp="1"/>
          </p:cNvSpPr>
          <p:nvPr>
            <p:ph type="body" idx="16397" hasCustomPrompt="1"/>
            <p:custDataLst>
              <p:tags r:id="rId4"/>
            </p:custDataLst>
          </p:nvPr>
        </p:nvSpPr>
        <p:spPr>
          <a:xfrm>
            <a:off x="4191000" y="1524000"/>
            <a:ext cx="7391400" cy="4724400"/>
          </a:xfrm>
          <a:custGeom>
            <a:avLst/>
            <a:gdLst>
              <a:gd name="connisteX0" fmla="*/ 0 w 7391400"/>
              <a:gd name="connsiteY0" fmla="*/ 0 h 4724400"/>
              <a:gd name="connisteX1" fmla="*/ 7188200 w 7391400"/>
              <a:gd name="connsiteY1" fmla="*/ 0 h 4724400"/>
              <a:gd name="connisteX2" fmla="*/ 7391400 w 7391400"/>
              <a:gd name="connsiteY2" fmla="*/ 203200 h 4724400"/>
              <a:gd name="connisteX3" fmla="*/ 7391400 w 7391400"/>
              <a:gd name="connsiteY3" fmla="*/ 4521200 h 4724400"/>
              <a:gd name="connisteX4" fmla="*/ 7188200 w 7391400"/>
              <a:gd name="connsiteY4" fmla="*/ 4724400 h 4724400"/>
              <a:gd name="connisteX5" fmla="*/ 0 w 7391400"/>
              <a:gd name="connsiteY5" fmla="*/ 4724400 h 4724400"/>
              <a:gd name="connisteX6" fmla="*/ 0 w 73914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7391400" h="4724400">
                <a:moveTo>
                  <a:pt x="0" y="0"/>
                </a:moveTo>
                <a:lnTo>
                  <a:pt x="7188200" y="0"/>
                </a:lnTo>
                <a:cubicBezTo>
                  <a:pt x="7300424" y="0"/>
                  <a:pt x="7391400" y="90976"/>
                  <a:pt x="7391400" y="203200"/>
                </a:cubicBezTo>
                <a:lnTo>
                  <a:pt x="7391400" y="4521200"/>
                </a:lnTo>
                <a:cubicBezTo>
                  <a:pt x="7391400" y="4633424"/>
                  <a:pt x="7300424" y="4724400"/>
                  <a:pt x="71882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4648200" y="21336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4648200" y="2692400"/>
            <a:ext cx="30099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8115300" y="21336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8115300" y="2692400"/>
            <a:ext cx="30099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4648200" y="34544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4648200" y="4013200"/>
            <a:ext cx="30099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2" hasCustomPrompt="1"/>
            <p:custDataLst>
              <p:tags r:id="rId11"/>
            </p:custDataLst>
          </p:nvPr>
        </p:nvSpPr>
        <p:spPr>
          <a:xfrm>
            <a:off x="8115300" y="34544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3" hasCustomPrompt="1"/>
            <p:custDataLst>
              <p:tags r:id="rId12"/>
            </p:custDataLst>
          </p:nvPr>
        </p:nvSpPr>
        <p:spPr>
          <a:xfrm>
            <a:off x="8115300" y="4013200"/>
            <a:ext cx="30099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4" hasCustomPrompt="1"/>
            <p:custDataLst>
              <p:tags r:id="rId13"/>
            </p:custDataLst>
          </p:nvPr>
        </p:nvSpPr>
        <p:spPr>
          <a:xfrm>
            <a:off x="4648200" y="47752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5" hasCustomPrompt="1"/>
            <p:custDataLst>
              <p:tags r:id="rId14"/>
            </p:custDataLst>
          </p:nvPr>
        </p:nvSpPr>
        <p:spPr>
          <a:xfrm>
            <a:off x="4648200" y="5334000"/>
            <a:ext cx="30099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4876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0" y="609600"/>
            <a:ext cx="5486400" cy="5638800"/>
          </a:xfrm>
          <a:custGeom>
            <a:avLst/>
            <a:gdLst>
              <a:gd name="connisteX0" fmla="*/ 0 w 5486400"/>
              <a:gd name="connsiteY0" fmla="*/ 203200 h 5638800"/>
              <a:gd name="connisteX1" fmla="*/ 203200 w 5486400"/>
              <a:gd name="connsiteY1" fmla="*/ 0 h 5638800"/>
              <a:gd name="connisteX2" fmla="*/ 5283200 w 5486400"/>
              <a:gd name="connsiteY2" fmla="*/ 0 h 5638800"/>
              <a:gd name="connisteX3" fmla="*/ 5486400 w 5486400"/>
              <a:gd name="connsiteY3" fmla="*/ 203200 h 5638800"/>
              <a:gd name="connisteX4" fmla="*/ 5486400 w 5486400"/>
              <a:gd name="connsiteY4" fmla="*/ 5435600 h 5638800"/>
              <a:gd name="connisteX5" fmla="*/ 5283200 w 5486400"/>
              <a:gd name="connsiteY5" fmla="*/ 5638800 h 5638800"/>
              <a:gd name="connisteX6" fmla="*/ 203200 w 5486400"/>
              <a:gd name="connsiteY6" fmla="*/ 5638800 h 5638800"/>
              <a:gd name="connisteX7" fmla="*/ 0 w 5486400"/>
              <a:gd name="connsiteY7" fmla="*/ 5435600 h 5638800"/>
              <a:gd name="connisteX8" fmla="*/ 0 w 54864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4864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5435600"/>
                </a:lnTo>
                <a:cubicBezTo>
                  <a:pt x="5486400" y="5547824"/>
                  <a:pt x="5395424" y="5638800"/>
                  <a:pt x="52832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装饰  7"/>
          <p:cNvSpPr>
            <a:spLocks noGrp="1"/>
          </p:cNvSpPr>
          <p:nvPr>
            <p:ph type="body" idx="16393" hasCustomPrompt="1"/>
            <p:custDataLst>
              <p:tags r:id="rId4"/>
            </p:custDataLst>
          </p:nvPr>
        </p:nvSpPr>
        <p:spPr>
          <a:xfrm>
            <a:off x="609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22860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27940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609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762000" y="37084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762000" y="42164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4" name="装饰  3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762000" y="51308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762000" y="56388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1_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4" hasCustomPrompt="1"/>
            <p:custDataLst>
              <p:tags r:id="rId3"/>
            </p:custDataLst>
          </p:nvPr>
        </p:nvSpPr>
        <p:spPr>
          <a:xfrm>
            <a:off x="6096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图片占位符 7"/>
          <p:cNvSpPr>
            <a:spLocks noGrp="1"/>
          </p:cNvSpPr>
          <p:nvPr>
            <p:ph type="pic" idx="16395" hasCustomPrompt="1"/>
            <p:custDataLst>
              <p:tags r:id="rId4"/>
            </p:custDataLst>
          </p:nvPr>
        </p:nvSpPr>
        <p:spPr>
          <a:xfrm>
            <a:off x="9144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2387600" y="2070100"/>
            <a:ext cx="32512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2387600" y="2578100"/>
            <a:ext cx="3251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1" name="装饰  0"/>
          <p:cNvSpPr>
            <a:spLocks noGrp="1"/>
          </p:cNvSpPr>
          <p:nvPr>
            <p:ph type="body" idx="16396" hasCustomPrompt="1"/>
            <p:custDataLst>
              <p:tags r:id="rId7"/>
            </p:custDataLst>
          </p:nvPr>
        </p:nvSpPr>
        <p:spPr>
          <a:xfrm>
            <a:off x="62484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idx="16397" hasCustomPrompt="1"/>
            <p:custDataLst>
              <p:tags r:id="rId8"/>
            </p:custDataLst>
          </p:nvPr>
        </p:nvSpPr>
        <p:spPr>
          <a:xfrm>
            <a:off x="65532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8026400" y="2070100"/>
            <a:ext cx="32512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8026400" y="2578100"/>
            <a:ext cx="3251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5" name="装饰  4"/>
          <p:cNvSpPr>
            <a:spLocks noGrp="1"/>
          </p:cNvSpPr>
          <p:nvPr>
            <p:ph type="body" idx="16398" hasCustomPrompt="1"/>
            <p:custDataLst>
              <p:tags r:id="rId11"/>
            </p:custDataLst>
          </p:nvPr>
        </p:nvSpPr>
        <p:spPr>
          <a:xfrm>
            <a:off x="6096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6399" hasCustomPrompt="1"/>
            <p:custDataLst>
              <p:tags r:id="rId12"/>
            </p:custDataLst>
          </p:nvPr>
        </p:nvSpPr>
        <p:spPr>
          <a:xfrm>
            <a:off x="9144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2387600" y="4584700"/>
            <a:ext cx="32512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2387600" y="5092700"/>
            <a:ext cx="3251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9" name="装饰  8"/>
          <p:cNvSpPr>
            <a:spLocks noGrp="1"/>
          </p:cNvSpPr>
          <p:nvPr>
            <p:ph type="body" idx="16400" hasCustomPrompt="1"/>
            <p:custDataLst>
              <p:tags r:id="rId15"/>
            </p:custDataLst>
          </p:nvPr>
        </p:nvSpPr>
        <p:spPr>
          <a:xfrm>
            <a:off x="62484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0" name="图片占位符 19"/>
          <p:cNvSpPr>
            <a:spLocks noGrp="1"/>
          </p:cNvSpPr>
          <p:nvPr>
            <p:ph type="pic" idx="16401" hasCustomPrompt="1"/>
            <p:custDataLst>
              <p:tags r:id="rId16"/>
            </p:custDataLst>
          </p:nvPr>
        </p:nvSpPr>
        <p:spPr>
          <a:xfrm>
            <a:off x="65532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2" hasCustomPrompt="1"/>
            <p:custDataLst>
              <p:tags r:id="rId17"/>
            </p:custDataLst>
          </p:nvPr>
        </p:nvSpPr>
        <p:spPr>
          <a:xfrm>
            <a:off x="8026400" y="4584700"/>
            <a:ext cx="32512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8026400" y="5092700"/>
            <a:ext cx="3251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3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3911600"/>
            <a:ext cx="3454400" cy="2336800"/>
          </a:xfrm>
          <a:custGeom>
            <a:avLst/>
            <a:gdLst>
              <a:gd name="connisteX0" fmla="*/ 0 w 3454400"/>
              <a:gd name="connsiteY0" fmla="*/ 0 h 2336800"/>
              <a:gd name="connisteX1" fmla="*/ 3454400 w 3454400"/>
              <a:gd name="connsiteY1" fmla="*/ 0 h 2336800"/>
              <a:gd name="connisteX2" fmla="*/ 3454400 w 3454400"/>
              <a:gd name="connsiteY2" fmla="*/ 2133600 h 2336800"/>
              <a:gd name="connisteX3" fmla="*/ 3251200 w 3454400"/>
              <a:gd name="connsiteY3" fmla="*/ 2336800 h 2336800"/>
              <a:gd name="connisteX4" fmla="*/ 203200 w 3454400"/>
              <a:gd name="connsiteY4" fmla="*/ 2336800 h 2336800"/>
              <a:gd name="connisteX5" fmla="*/ 0 w 3454400"/>
              <a:gd name="connsiteY5" fmla="*/ 2133600 h 2336800"/>
              <a:gd name="connisteX6" fmla="*/ 0 w 3454400"/>
              <a:gd name="connsiteY6" fmla="*/ 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图片占位符 7"/>
          <p:cNvSpPr>
            <a:spLocks noGrp="1"/>
          </p:cNvSpPr>
          <p:nvPr>
            <p:ph type="pic" idx="16393" hasCustomPrompt="1"/>
            <p:custDataLst>
              <p:tags r:id="rId4"/>
            </p:custDataLst>
          </p:nvPr>
        </p:nvSpPr>
        <p:spPr>
          <a:xfrm>
            <a:off x="609600" y="1524000"/>
            <a:ext cx="3454400" cy="2387600"/>
          </a:xfrm>
          <a:custGeom>
            <a:avLst/>
            <a:gdLst>
              <a:gd name="connisteX0" fmla="*/ 0 w 3454400"/>
              <a:gd name="connsiteY0" fmla="*/ 203200 h 2387600"/>
              <a:gd name="connisteX1" fmla="*/ 203200 w 3454400"/>
              <a:gd name="connsiteY1" fmla="*/ 0 h 2387600"/>
              <a:gd name="connisteX2" fmla="*/ 3251200 w 3454400"/>
              <a:gd name="connsiteY2" fmla="*/ 0 h 2387600"/>
              <a:gd name="connisteX3" fmla="*/ 3454400 w 3454400"/>
              <a:gd name="connsiteY3" fmla="*/ 203200 h 2387600"/>
              <a:gd name="connisteX4" fmla="*/ 3454400 w 3454400"/>
              <a:gd name="connsiteY4" fmla="*/ 2387600 h 2387600"/>
              <a:gd name="connisteX5" fmla="*/ 0 w 3454400"/>
              <a:gd name="connsiteY5" fmla="*/ 2387600 h 2387600"/>
              <a:gd name="connisteX6" fmla="*/ 0 w 3454400"/>
              <a:gd name="connsiteY6" fmla="*/ 20320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4216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47244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368800" y="3911600"/>
            <a:ext cx="3454400" cy="2336800"/>
          </a:xfrm>
          <a:custGeom>
            <a:avLst/>
            <a:gdLst>
              <a:gd name="connisteX0" fmla="*/ 0 w 3454400"/>
              <a:gd name="connsiteY0" fmla="*/ 0 h 2336800"/>
              <a:gd name="connisteX1" fmla="*/ 3454400 w 3454400"/>
              <a:gd name="connsiteY1" fmla="*/ 0 h 2336800"/>
              <a:gd name="connisteX2" fmla="*/ 3454400 w 3454400"/>
              <a:gd name="connsiteY2" fmla="*/ 2133600 h 2336800"/>
              <a:gd name="connisteX3" fmla="*/ 3251200 w 3454400"/>
              <a:gd name="connsiteY3" fmla="*/ 2336800 h 2336800"/>
              <a:gd name="connisteX4" fmla="*/ 203200 w 3454400"/>
              <a:gd name="connsiteY4" fmla="*/ 2336800 h 2336800"/>
              <a:gd name="connisteX5" fmla="*/ 0 w 3454400"/>
              <a:gd name="connsiteY5" fmla="*/ 2133600 h 2336800"/>
              <a:gd name="connisteX6" fmla="*/ 0 w 3454400"/>
              <a:gd name="connsiteY6" fmla="*/ 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idx="16395" hasCustomPrompt="1"/>
            <p:custDataLst>
              <p:tags r:id="rId8"/>
            </p:custDataLst>
          </p:nvPr>
        </p:nvSpPr>
        <p:spPr>
          <a:xfrm>
            <a:off x="4368800" y="1524000"/>
            <a:ext cx="3454400" cy="2387600"/>
          </a:xfrm>
          <a:custGeom>
            <a:avLst/>
            <a:gdLst>
              <a:gd name="connisteX0" fmla="*/ 0 w 3454400"/>
              <a:gd name="connsiteY0" fmla="*/ 203200 h 2387600"/>
              <a:gd name="connisteX1" fmla="*/ 203200 w 3454400"/>
              <a:gd name="connsiteY1" fmla="*/ 0 h 2387600"/>
              <a:gd name="connisteX2" fmla="*/ 3251200 w 3454400"/>
              <a:gd name="connsiteY2" fmla="*/ 0 h 2387600"/>
              <a:gd name="connisteX3" fmla="*/ 3454400 w 3454400"/>
              <a:gd name="connsiteY3" fmla="*/ 203200 h 2387600"/>
              <a:gd name="connisteX4" fmla="*/ 3454400 w 3454400"/>
              <a:gd name="connsiteY4" fmla="*/ 2387600 h 2387600"/>
              <a:gd name="connisteX5" fmla="*/ 0 w 3454400"/>
              <a:gd name="connsiteY5" fmla="*/ 2387600 h 2387600"/>
              <a:gd name="connisteX6" fmla="*/ 0 w 3454400"/>
              <a:gd name="connsiteY6" fmla="*/ 20320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673600" y="4216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673600" y="47244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5" name="装饰  4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128000" y="3911600"/>
            <a:ext cx="3454400" cy="2336800"/>
          </a:xfrm>
          <a:custGeom>
            <a:avLst/>
            <a:gdLst>
              <a:gd name="connisteX0" fmla="*/ 0 w 3454400"/>
              <a:gd name="connsiteY0" fmla="*/ 0 h 2336800"/>
              <a:gd name="connisteX1" fmla="*/ 3454400 w 3454400"/>
              <a:gd name="connsiteY1" fmla="*/ 0 h 2336800"/>
              <a:gd name="connisteX2" fmla="*/ 3454400 w 3454400"/>
              <a:gd name="connsiteY2" fmla="*/ 2133600 h 2336800"/>
              <a:gd name="connisteX3" fmla="*/ 3251200 w 3454400"/>
              <a:gd name="connsiteY3" fmla="*/ 2336800 h 2336800"/>
              <a:gd name="connisteX4" fmla="*/ 203200 w 3454400"/>
              <a:gd name="connsiteY4" fmla="*/ 2336800 h 2336800"/>
              <a:gd name="connisteX5" fmla="*/ 0 w 3454400"/>
              <a:gd name="connsiteY5" fmla="*/ 2133600 h 2336800"/>
              <a:gd name="connisteX6" fmla="*/ 0 w 3454400"/>
              <a:gd name="connsiteY6" fmla="*/ 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6397" hasCustomPrompt="1"/>
            <p:custDataLst>
              <p:tags r:id="rId12"/>
            </p:custDataLst>
          </p:nvPr>
        </p:nvSpPr>
        <p:spPr>
          <a:xfrm>
            <a:off x="8128000" y="1524000"/>
            <a:ext cx="3454400" cy="2387600"/>
          </a:xfrm>
          <a:custGeom>
            <a:avLst/>
            <a:gdLst>
              <a:gd name="connisteX0" fmla="*/ 0 w 3454400"/>
              <a:gd name="connsiteY0" fmla="*/ 203200 h 2387600"/>
              <a:gd name="connisteX1" fmla="*/ 203200 w 3454400"/>
              <a:gd name="connsiteY1" fmla="*/ 0 h 2387600"/>
              <a:gd name="connisteX2" fmla="*/ 3251200 w 3454400"/>
              <a:gd name="connsiteY2" fmla="*/ 0 h 2387600"/>
              <a:gd name="connisteX3" fmla="*/ 3454400 w 3454400"/>
              <a:gd name="connsiteY3" fmla="*/ 203200 h 2387600"/>
              <a:gd name="connisteX4" fmla="*/ 3454400 w 3454400"/>
              <a:gd name="connsiteY4" fmla="*/ 2387600 h 2387600"/>
              <a:gd name="connisteX5" fmla="*/ 0 w 3454400"/>
              <a:gd name="connsiteY5" fmla="*/ 2387600 h 2387600"/>
              <a:gd name="connisteX6" fmla="*/ 0 w 3454400"/>
              <a:gd name="connsiteY6" fmla="*/ 20320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32800" y="4216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47244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列内容配文_2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0" hasCustomPrompt="1"/>
            <p:custDataLst>
              <p:tags r:id="rId3"/>
            </p:custDataLst>
          </p:nvPr>
        </p:nvSpPr>
        <p:spPr>
          <a:xfrm>
            <a:off x="609600" y="1524000"/>
            <a:ext cx="5334000" cy="3251200"/>
          </a:xfrm>
          <a:custGeom>
            <a:avLst/>
            <a:gdLst>
              <a:gd name="connisteX0" fmla="*/ 0 w 5334000"/>
              <a:gd name="connsiteY0" fmla="*/ 203200 h 3251200"/>
              <a:gd name="connisteX1" fmla="*/ 203200 w 5334000"/>
              <a:gd name="connsiteY1" fmla="*/ 0 h 3251200"/>
              <a:gd name="connisteX2" fmla="*/ 5130800 w 5334000"/>
              <a:gd name="connsiteY2" fmla="*/ 0 h 3251200"/>
              <a:gd name="connisteX3" fmla="*/ 5334000 w 5334000"/>
              <a:gd name="connsiteY3" fmla="*/ 203200 h 3251200"/>
              <a:gd name="connisteX4" fmla="*/ 5334000 w 5334000"/>
              <a:gd name="connsiteY4" fmla="*/ 3048000 h 3251200"/>
              <a:gd name="connisteX5" fmla="*/ 5130800 w 5334000"/>
              <a:gd name="connsiteY5" fmla="*/ 3251200 h 3251200"/>
              <a:gd name="connisteX6" fmla="*/ 203200 w 5334000"/>
              <a:gd name="connsiteY6" fmla="*/ 3251200 h 3251200"/>
              <a:gd name="connisteX7" fmla="*/ 0 w 5334000"/>
              <a:gd name="connsiteY7" fmla="*/ 3048000 h 3251200"/>
              <a:gd name="connisteX8" fmla="*/ 0 w 5334000"/>
              <a:gd name="connsiteY8" fmla="*/ 203200 h 3251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334000" h="3251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048000"/>
                </a:lnTo>
                <a:cubicBezTo>
                  <a:pt x="5334000" y="3160224"/>
                  <a:pt x="5243024" y="3251200"/>
                  <a:pt x="5130800" y="3251200"/>
                </a:cubicBezTo>
                <a:lnTo>
                  <a:pt x="203200" y="3251200"/>
                </a:lnTo>
                <a:cubicBezTo>
                  <a:pt x="90976" y="3251200"/>
                  <a:pt x="0" y="3160224"/>
                  <a:pt x="0" y="3048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50800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5638800"/>
            <a:ext cx="5334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0" name="内容占位符 9"/>
          <p:cNvSpPr>
            <a:spLocks noGrp="1"/>
          </p:cNvSpPr>
          <p:nvPr>
            <p:ph idx="16391" hasCustomPrompt="1"/>
            <p:custDataLst>
              <p:tags r:id="rId6"/>
            </p:custDataLst>
          </p:nvPr>
        </p:nvSpPr>
        <p:spPr>
          <a:xfrm>
            <a:off x="6248400" y="1524000"/>
            <a:ext cx="5334000" cy="3251200"/>
          </a:xfrm>
          <a:custGeom>
            <a:avLst/>
            <a:gdLst>
              <a:gd name="connisteX0" fmla="*/ 0 w 5334000"/>
              <a:gd name="connsiteY0" fmla="*/ 203200 h 3251200"/>
              <a:gd name="connisteX1" fmla="*/ 203200 w 5334000"/>
              <a:gd name="connsiteY1" fmla="*/ 0 h 3251200"/>
              <a:gd name="connisteX2" fmla="*/ 5130800 w 5334000"/>
              <a:gd name="connsiteY2" fmla="*/ 0 h 3251200"/>
              <a:gd name="connisteX3" fmla="*/ 5334000 w 5334000"/>
              <a:gd name="connsiteY3" fmla="*/ 203200 h 3251200"/>
              <a:gd name="connisteX4" fmla="*/ 5334000 w 5334000"/>
              <a:gd name="connsiteY4" fmla="*/ 3048000 h 3251200"/>
              <a:gd name="connisteX5" fmla="*/ 5130800 w 5334000"/>
              <a:gd name="connsiteY5" fmla="*/ 3251200 h 3251200"/>
              <a:gd name="connisteX6" fmla="*/ 203200 w 5334000"/>
              <a:gd name="connsiteY6" fmla="*/ 3251200 h 3251200"/>
              <a:gd name="connisteX7" fmla="*/ 0 w 5334000"/>
              <a:gd name="connsiteY7" fmla="*/ 3048000 h 3251200"/>
              <a:gd name="connisteX8" fmla="*/ 0 w 5334000"/>
              <a:gd name="connsiteY8" fmla="*/ 203200 h 3251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334000" h="3251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048000"/>
                </a:lnTo>
                <a:cubicBezTo>
                  <a:pt x="5334000" y="3160224"/>
                  <a:pt x="5243024" y="3251200"/>
                  <a:pt x="5130800" y="3251200"/>
                </a:cubicBezTo>
                <a:lnTo>
                  <a:pt x="203200" y="3251200"/>
                </a:lnTo>
                <a:cubicBezTo>
                  <a:pt x="90976" y="3251200"/>
                  <a:pt x="0" y="3160224"/>
                  <a:pt x="0" y="3048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6248400" y="50800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6248400" y="5638800"/>
            <a:ext cx="5334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文本卡片_3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914400" y="2082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2641600"/>
            <a:ext cx="28448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673600" y="2082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673600" y="2641600"/>
            <a:ext cx="28448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3" name="装饰  2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432800" y="2082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432800" y="2641600"/>
            <a:ext cx="28448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0" Type="http://schemas.openxmlformats.org/officeDocument/2006/relationships/theme" Target="../theme/theme2.xml"/><Relationship Id="rId4" Type="http://schemas.openxmlformats.org/officeDocument/2006/relationships/slideLayout" Target="../slideLayouts/slideLayout16.xml"/><Relationship Id="rId39" Type="http://schemas.openxmlformats.org/officeDocument/2006/relationships/slideLayout" Target="../slideLayouts/slideLayout51.xml"/><Relationship Id="rId38" Type="http://schemas.openxmlformats.org/officeDocument/2006/relationships/slideLayout" Target="../slideLayouts/slideLayout50.xml"/><Relationship Id="rId37" Type="http://schemas.openxmlformats.org/officeDocument/2006/relationships/slideLayout" Target="../slideLayouts/slideLayout49.xml"/><Relationship Id="rId36" Type="http://schemas.openxmlformats.org/officeDocument/2006/relationships/slideLayout" Target="../slideLayouts/slideLayout48.xml"/><Relationship Id="rId35" Type="http://schemas.openxmlformats.org/officeDocument/2006/relationships/slideLayout" Target="../slideLayouts/slideLayout47.xml"/><Relationship Id="rId34" Type="http://schemas.openxmlformats.org/officeDocument/2006/relationships/slideLayout" Target="../slideLayouts/slideLayout46.xml"/><Relationship Id="rId33" Type="http://schemas.openxmlformats.org/officeDocument/2006/relationships/slideLayout" Target="../slideLayouts/slideLayout45.xml"/><Relationship Id="rId32" Type="http://schemas.openxmlformats.org/officeDocument/2006/relationships/slideLayout" Target="../slideLayouts/slideLayout44.xml"/><Relationship Id="rId31" Type="http://schemas.openxmlformats.org/officeDocument/2006/relationships/slideLayout" Target="../slideLayouts/slideLayout43.xml"/><Relationship Id="rId30" Type="http://schemas.openxmlformats.org/officeDocument/2006/relationships/slideLayout" Target="../slideLayouts/slideLayout42.xml"/><Relationship Id="rId3" Type="http://schemas.openxmlformats.org/officeDocument/2006/relationships/slideLayout" Target="../slideLayouts/slideLayout15.xml"/><Relationship Id="rId29" Type="http://schemas.openxmlformats.org/officeDocument/2006/relationships/slideLayout" Target="../slideLayouts/slideLayout41.xml"/><Relationship Id="rId28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39.xml"/><Relationship Id="rId26" Type="http://schemas.openxmlformats.org/officeDocument/2006/relationships/slideLayout" Target="../slideLayouts/slideLayout38.xml"/><Relationship Id="rId25" Type="http://schemas.openxmlformats.org/officeDocument/2006/relationships/slideLayout" Target="../slideLayouts/slideLayout37.xml"/><Relationship Id="rId24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35.xml"/><Relationship Id="rId22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33.xml"/><Relationship Id="rId20" Type="http://schemas.openxmlformats.org/officeDocument/2006/relationships/slideLayout" Target="../slideLayouts/slideLayout32.xml"/><Relationship Id="rId2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4FBE5-C34F-4CE2-9D13-B3F6D77F8B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75126A-A70D-4C97-8D48-0F10C2EC76A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3"/>
          <p:cNvSpPr/>
          <p:nvPr userDrawn="1"/>
        </p:nvSpPr>
        <p:spPr>
          <a:xfrm>
            <a:off x="1" y="0"/>
            <a:ext cx="12192000" cy="6858000"/>
          </a:xfrm>
          <a:custGeom>
            <a:avLst/>
            <a:gdLst>
              <a:gd name="connsiteX0" fmla="*/ 0 w 9144000"/>
              <a:gd name="connsiteY0" fmla="*/ 5143500 h 5143500"/>
              <a:gd name="connsiteX1" fmla="*/ 9144000 w 9144000"/>
              <a:gd name="connsiteY1" fmla="*/ 5143500 h 5143500"/>
              <a:gd name="connsiteX2" fmla="*/ 9144000 w 9144000"/>
              <a:gd name="connsiteY2" fmla="*/ 0 h 5143500"/>
              <a:gd name="connsiteX3" fmla="*/ 0 w 9144000"/>
              <a:gd name="connsiteY3" fmla="*/ 0 h 5143500"/>
              <a:gd name="connsiteX4" fmla="*/ 0 w 9144000"/>
              <a:gd name="connsiteY4" fmla="*/ 5143500 h 5143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5143500">
                <a:moveTo>
                  <a:pt x="0" y="5143500"/>
                </a:moveTo>
                <a:lnTo>
                  <a:pt x="9144000" y="5143500"/>
                </a:lnTo>
                <a:lnTo>
                  <a:pt x="9144000" y="0"/>
                </a:lnTo>
                <a:lnTo>
                  <a:pt x="0" y="0"/>
                </a:lnTo>
                <a:lnTo>
                  <a:pt x="0" y="5143500"/>
                </a:lnTo>
              </a:path>
            </a:pathLst>
          </a:custGeom>
          <a:solidFill>
            <a:srgbClr val="FAFAFC">
              <a:alpha val="53725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9" tIns="60944" rIns="121889" bIns="60944" rtlCol="0" anchor="ctr"/>
          <a:lstStyle/>
          <a:p>
            <a:pPr algn="ctr"/>
            <a:endParaRPr lang="zh-CN" alt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4600" y="293469"/>
            <a:ext cx="7855919" cy="697132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413243"/>
            <a:ext cx="10972800" cy="4847340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</p:txBody>
      </p:sp>
      <p:sp>
        <p:nvSpPr>
          <p:cNvPr id="10" name="矩形 9"/>
          <p:cNvSpPr/>
          <p:nvPr userDrawn="1"/>
        </p:nvSpPr>
        <p:spPr>
          <a:xfrm>
            <a:off x="-25477" y="293470"/>
            <a:ext cx="1019671" cy="75981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9" tIns="60944" rIns="121889" bIns="60944" rtlCol="0" anchor="ctr"/>
          <a:lstStyle/>
          <a:p>
            <a:pPr lvl="0" algn="ctr"/>
            <a:endParaRPr lang="zh-CN" altLang="en-US" sz="1800" dirty="0"/>
          </a:p>
        </p:txBody>
      </p:sp>
      <p:sp>
        <p:nvSpPr>
          <p:cNvPr id="11" name="矩形 10"/>
          <p:cNvSpPr/>
          <p:nvPr userDrawn="1"/>
        </p:nvSpPr>
        <p:spPr>
          <a:xfrm>
            <a:off x="1054784" y="293470"/>
            <a:ext cx="96000" cy="75981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9" tIns="60944" rIns="121889" bIns="60944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/>
          </a:p>
        </p:txBody>
      </p:sp>
      <p:sp>
        <p:nvSpPr>
          <p:cNvPr id="12" name="矩形 11"/>
          <p:cNvSpPr/>
          <p:nvPr userDrawn="1"/>
        </p:nvSpPr>
        <p:spPr>
          <a:xfrm>
            <a:off x="12009706" y="293469"/>
            <a:ext cx="151815" cy="697132"/>
          </a:xfrm>
          <a:prstGeom prst="rect">
            <a:avLst/>
          </a:prstGeom>
          <a:solidFill>
            <a:srgbClr val="3B3F6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9" tIns="60944" rIns="121889" bIns="60944"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13" name="矩形 12"/>
          <p:cNvSpPr/>
          <p:nvPr userDrawn="1"/>
        </p:nvSpPr>
        <p:spPr>
          <a:xfrm>
            <a:off x="11892276" y="293469"/>
            <a:ext cx="96000" cy="69713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9" tIns="60944" rIns="121889" bIns="60944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  <p:sldLayoutId id="2147483693" r:id="rId32"/>
    <p:sldLayoutId id="2147483694" r:id="rId33"/>
    <p:sldLayoutId id="2147483695" r:id="rId34"/>
    <p:sldLayoutId id="2147483696" r:id="rId35"/>
    <p:sldLayoutId id="2147483697" r:id="rId36"/>
    <p:sldLayoutId id="2147483698" r:id="rId37"/>
    <p:sldLayoutId id="2147483699" r:id="rId38"/>
    <p:sldLayoutId id="2147483700" r:id="rId39"/>
  </p:sldLayoutIdLst>
  <p:txStyles>
    <p:titleStyle>
      <a:lvl1pPr algn="l" defTabSz="1219200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457200" indent="-457200" algn="l" defTabSz="1219200" rtl="0" eaLnBrk="1" latinLnBrk="0" hangingPunct="1">
        <a:lnSpc>
          <a:spcPct val="120000"/>
        </a:lnSpc>
        <a:spcBef>
          <a:spcPct val="20000"/>
        </a:spcBef>
        <a:buFont typeface="Wingdings" panose="05000000000000000000" pitchFamily="2" charset="2"/>
        <a:buChar char="l"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5233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21329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5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1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073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33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1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3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593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53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331.xml"/><Relationship Id="rId8" Type="http://schemas.openxmlformats.org/officeDocument/2006/relationships/tags" Target="../tags/tag330.xml"/><Relationship Id="rId7" Type="http://schemas.openxmlformats.org/officeDocument/2006/relationships/tags" Target="../tags/tag329.xml"/><Relationship Id="rId6" Type="http://schemas.openxmlformats.org/officeDocument/2006/relationships/tags" Target="../tags/tag328.xml"/><Relationship Id="rId53" Type="http://schemas.openxmlformats.org/officeDocument/2006/relationships/notesSlide" Target="../notesSlides/notesSlide3.xml"/><Relationship Id="rId52" Type="http://schemas.openxmlformats.org/officeDocument/2006/relationships/slideLayout" Target="../slideLayouts/slideLayout24.xml"/><Relationship Id="rId51" Type="http://schemas.openxmlformats.org/officeDocument/2006/relationships/tags" Target="../tags/tag373.xml"/><Relationship Id="rId50" Type="http://schemas.openxmlformats.org/officeDocument/2006/relationships/tags" Target="../tags/tag372.xml"/><Relationship Id="rId5" Type="http://schemas.openxmlformats.org/officeDocument/2006/relationships/tags" Target="../tags/tag327.xml"/><Relationship Id="rId49" Type="http://schemas.openxmlformats.org/officeDocument/2006/relationships/tags" Target="../tags/tag371.xml"/><Relationship Id="rId48" Type="http://schemas.openxmlformats.org/officeDocument/2006/relationships/tags" Target="../tags/tag370.xml"/><Relationship Id="rId47" Type="http://schemas.openxmlformats.org/officeDocument/2006/relationships/tags" Target="../tags/tag369.xml"/><Relationship Id="rId46" Type="http://schemas.openxmlformats.org/officeDocument/2006/relationships/tags" Target="../tags/tag368.xml"/><Relationship Id="rId45" Type="http://schemas.openxmlformats.org/officeDocument/2006/relationships/tags" Target="../tags/tag367.xml"/><Relationship Id="rId44" Type="http://schemas.openxmlformats.org/officeDocument/2006/relationships/tags" Target="../tags/tag366.xml"/><Relationship Id="rId43" Type="http://schemas.openxmlformats.org/officeDocument/2006/relationships/tags" Target="../tags/tag365.xml"/><Relationship Id="rId42" Type="http://schemas.openxmlformats.org/officeDocument/2006/relationships/tags" Target="../tags/tag364.xml"/><Relationship Id="rId41" Type="http://schemas.openxmlformats.org/officeDocument/2006/relationships/tags" Target="../tags/tag363.xml"/><Relationship Id="rId40" Type="http://schemas.openxmlformats.org/officeDocument/2006/relationships/tags" Target="../tags/tag362.xml"/><Relationship Id="rId4" Type="http://schemas.openxmlformats.org/officeDocument/2006/relationships/tags" Target="../tags/tag326.xml"/><Relationship Id="rId39" Type="http://schemas.openxmlformats.org/officeDocument/2006/relationships/tags" Target="../tags/tag361.xml"/><Relationship Id="rId38" Type="http://schemas.openxmlformats.org/officeDocument/2006/relationships/tags" Target="../tags/tag360.xml"/><Relationship Id="rId37" Type="http://schemas.openxmlformats.org/officeDocument/2006/relationships/tags" Target="../tags/tag359.xml"/><Relationship Id="rId36" Type="http://schemas.openxmlformats.org/officeDocument/2006/relationships/tags" Target="../tags/tag358.xml"/><Relationship Id="rId35" Type="http://schemas.openxmlformats.org/officeDocument/2006/relationships/tags" Target="../tags/tag357.xml"/><Relationship Id="rId34" Type="http://schemas.openxmlformats.org/officeDocument/2006/relationships/tags" Target="../tags/tag356.xml"/><Relationship Id="rId33" Type="http://schemas.openxmlformats.org/officeDocument/2006/relationships/tags" Target="../tags/tag355.xml"/><Relationship Id="rId32" Type="http://schemas.openxmlformats.org/officeDocument/2006/relationships/tags" Target="../tags/tag354.xml"/><Relationship Id="rId31" Type="http://schemas.openxmlformats.org/officeDocument/2006/relationships/tags" Target="../tags/tag353.xml"/><Relationship Id="rId30" Type="http://schemas.openxmlformats.org/officeDocument/2006/relationships/tags" Target="../tags/tag352.xml"/><Relationship Id="rId3" Type="http://schemas.openxmlformats.org/officeDocument/2006/relationships/tags" Target="../tags/tag325.xml"/><Relationship Id="rId29" Type="http://schemas.openxmlformats.org/officeDocument/2006/relationships/tags" Target="../tags/tag351.xml"/><Relationship Id="rId28" Type="http://schemas.openxmlformats.org/officeDocument/2006/relationships/tags" Target="../tags/tag350.xml"/><Relationship Id="rId27" Type="http://schemas.openxmlformats.org/officeDocument/2006/relationships/tags" Target="../tags/tag349.xml"/><Relationship Id="rId26" Type="http://schemas.openxmlformats.org/officeDocument/2006/relationships/tags" Target="../tags/tag348.xml"/><Relationship Id="rId25" Type="http://schemas.openxmlformats.org/officeDocument/2006/relationships/tags" Target="../tags/tag347.xml"/><Relationship Id="rId24" Type="http://schemas.openxmlformats.org/officeDocument/2006/relationships/tags" Target="../tags/tag346.xml"/><Relationship Id="rId23" Type="http://schemas.openxmlformats.org/officeDocument/2006/relationships/tags" Target="../tags/tag345.xml"/><Relationship Id="rId22" Type="http://schemas.openxmlformats.org/officeDocument/2006/relationships/tags" Target="../tags/tag344.xml"/><Relationship Id="rId21" Type="http://schemas.openxmlformats.org/officeDocument/2006/relationships/tags" Target="../tags/tag343.xml"/><Relationship Id="rId20" Type="http://schemas.openxmlformats.org/officeDocument/2006/relationships/tags" Target="../tags/tag342.xml"/><Relationship Id="rId2" Type="http://schemas.openxmlformats.org/officeDocument/2006/relationships/tags" Target="../tags/tag324.xml"/><Relationship Id="rId19" Type="http://schemas.openxmlformats.org/officeDocument/2006/relationships/tags" Target="../tags/tag341.xml"/><Relationship Id="rId18" Type="http://schemas.openxmlformats.org/officeDocument/2006/relationships/tags" Target="../tags/tag340.xml"/><Relationship Id="rId17" Type="http://schemas.openxmlformats.org/officeDocument/2006/relationships/tags" Target="../tags/tag339.xml"/><Relationship Id="rId16" Type="http://schemas.openxmlformats.org/officeDocument/2006/relationships/tags" Target="../tags/tag338.xml"/><Relationship Id="rId15" Type="http://schemas.openxmlformats.org/officeDocument/2006/relationships/tags" Target="../tags/tag337.xml"/><Relationship Id="rId14" Type="http://schemas.openxmlformats.org/officeDocument/2006/relationships/tags" Target="../tags/tag336.xml"/><Relationship Id="rId13" Type="http://schemas.openxmlformats.org/officeDocument/2006/relationships/tags" Target="../tags/tag335.xml"/><Relationship Id="rId12" Type="http://schemas.openxmlformats.org/officeDocument/2006/relationships/tags" Target="../tags/tag334.xml"/><Relationship Id="rId11" Type="http://schemas.openxmlformats.org/officeDocument/2006/relationships/tags" Target="../tags/tag333.xml"/><Relationship Id="rId10" Type="http://schemas.openxmlformats.org/officeDocument/2006/relationships/tags" Target="../tags/tag33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5.xml"/><Relationship Id="rId2" Type="http://schemas.openxmlformats.org/officeDocument/2006/relationships/hyperlink" Target="https://zh.wikipedia.org/wiki/%E8%A8%98%E6%86%B6#%E6%A0%B9%E6%8D%AE%E6%8C%81%E7%BB%AD%E6%97%B6%E9%97%B4%E5%88%86%E7%B1%BB" TargetMode="Externa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5.xml"/><Relationship Id="rId2" Type="http://schemas.openxmlformats.org/officeDocument/2006/relationships/hyperlink" Target="https://zh.wikipedia.org/wiki/%E8%A8%98%E6%86%B6#%E6%A0%B9%E6%8D%AE%E6%8C%81%E7%BB%AD%E6%97%B6%E9%97%B4%E5%88%86%E7%B1%BB" TargetMode="Externa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sz="half" idx="15"/>
          </p:nvPr>
        </p:nvSpPr>
        <p:spPr>
          <a:xfrm>
            <a:off x="2402429" y="2104272"/>
            <a:ext cx="7939946" cy="1647056"/>
          </a:xfrm>
          <a:solidFill>
            <a:schemeClr val="bg1">
              <a:lumMod val="50000"/>
            </a:schemeClr>
          </a:solidFill>
        </p:spPr>
        <p:txBody>
          <a:bodyPr/>
          <a:lstStyle/>
          <a:p>
            <a:r>
              <a:rPr lang="zh-CN" altLang="en-US" sz="5400" dirty="0"/>
              <a:t>记忆系统 </a:t>
            </a:r>
            <a:r>
              <a:rPr lang="en-US" altLang="zh-CN" sz="5400" dirty="0"/>
              <a:t>&amp;</a:t>
            </a:r>
            <a:br>
              <a:rPr lang="en-US" altLang="zh-CN" sz="5400" dirty="0"/>
            </a:br>
            <a:r>
              <a:rPr lang="zh-CN" altLang="en-US" sz="5400" dirty="0"/>
              <a:t>检索增强生成</a:t>
            </a:r>
            <a:endParaRPr lang="zh-CN" altLang="en-US" sz="5400" dirty="0"/>
          </a:p>
        </p:txBody>
      </p:sp>
      <p:sp>
        <p:nvSpPr>
          <p:cNvPr id="2" name="矩形 1"/>
          <p:cNvSpPr/>
          <p:nvPr/>
        </p:nvSpPr>
        <p:spPr>
          <a:xfrm>
            <a:off x="4744015" y="3751328"/>
            <a:ext cx="2833735" cy="954107"/>
          </a:xfrm>
          <a:prstGeom prst="rect">
            <a:avLst/>
          </a:prstGeom>
          <a:solidFill>
            <a:srgbClr val="666467">
              <a:alpha val="63137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</a:rPr>
              <a:t>王继良</a:t>
            </a:r>
            <a:endParaRPr lang="en-US" altLang="zh-CN" sz="2800" dirty="0">
              <a:solidFill>
                <a:schemeClr val="bg1"/>
              </a:solidFill>
            </a:endParaRPr>
          </a:p>
          <a:p>
            <a:pPr algn="ctr"/>
            <a:r>
              <a:rPr lang="zh-CN" altLang="en-US" sz="2800" dirty="0">
                <a:solidFill>
                  <a:schemeClr val="bg1"/>
                </a:solidFill>
              </a:rPr>
              <a:t>软件学院</a:t>
            </a:r>
            <a:endParaRPr lang="en-US" altLang="zh-CN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矩形: 圆角 6"/>
          <p:cNvSpPr/>
          <p:nvPr/>
        </p:nvSpPr>
        <p:spPr>
          <a:xfrm>
            <a:off x="2015490" y="5530215"/>
            <a:ext cx="7731760" cy="752475"/>
          </a:xfrm>
          <a:prstGeom prst="roundRect">
            <a:avLst>
              <a:gd name="adj" fmla="val 0"/>
            </a:avLst>
          </a:prstGeom>
          <a:solidFill>
            <a:srgbClr val="7566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b="1"/>
          </a:p>
        </p:txBody>
      </p:sp>
      <p:sp>
        <p:nvSpPr>
          <p:cNvPr id="19" name="标题 2"/>
          <p:cNvSpPr>
            <a:spLocks noGrp="1"/>
          </p:cNvSpPr>
          <p:nvPr>
            <p:ph type="title"/>
          </p:nvPr>
        </p:nvSpPr>
        <p:spPr>
          <a:xfrm>
            <a:off x="1200590" y="370895"/>
            <a:ext cx="7744864" cy="624416"/>
          </a:xfrm>
        </p:spPr>
        <p:txBody>
          <a:bodyPr>
            <a:noAutofit/>
          </a:bodyPr>
          <a:lstStyle/>
          <a:p>
            <a:r>
              <a:rPr lang="zh-CN" altLang="en-US" b="1" dirty="0"/>
              <a:t>课程安排</a:t>
            </a:r>
            <a:endParaRPr lang="zh-CN" altLang="en-US" b="1" dirty="0"/>
          </a:p>
        </p:txBody>
      </p:sp>
      <p:sp>
        <p:nvSpPr>
          <p:cNvPr id="5" name="矩形 4"/>
          <p:cNvSpPr/>
          <p:nvPr/>
        </p:nvSpPr>
        <p:spPr>
          <a:xfrm>
            <a:off x="752893" y="2263808"/>
            <a:ext cx="10531231" cy="2330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Prompt </a:t>
            </a:r>
            <a:r>
              <a:rPr lang="zh-CN" altLang="en-US" sz="2800" b="0" i="0" dirty="0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与</a:t>
            </a:r>
            <a:r>
              <a:rPr lang="en-US" altLang="zh-CN" sz="2800" b="0" i="0" dirty="0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 Spec——</a:t>
            </a:r>
            <a:r>
              <a:rPr lang="zh-CN" altLang="en-US" sz="2800" b="0" i="0" dirty="0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定义任务与需求</a:t>
            </a:r>
            <a:endParaRPr lang="zh-CN" altLang="en-US" sz="2800" b="0" i="0" dirty="0">
              <a:solidFill>
                <a:srgbClr val="FF0000"/>
              </a:solidFill>
              <a:effectLst/>
              <a:latin typeface="Roboto" panose="02000000000000000000" pitchFamily="2" charset="0"/>
            </a:endParaRPr>
          </a:p>
          <a:p>
            <a:pPr marL="342900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effectLst/>
                <a:latin typeface="Roboto" panose="02000000000000000000" pitchFamily="2" charset="0"/>
              </a:rPr>
              <a:t>MCP, Tools, and Skills——</a:t>
            </a:r>
            <a:r>
              <a:rPr lang="zh-CN" altLang="en-US" sz="2800" b="0" i="0" dirty="0">
                <a:effectLst/>
                <a:latin typeface="Roboto" panose="02000000000000000000" pitchFamily="2" charset="0"/>
              </a:rPr>
              <a:t>模型调用真实能力</a:t>
            </a:r>
            <a:endParaRPr lang="zh-CN" altLang="en-US" sz="2800" b="0" i="0" dirty="0">
              <a:effectLst/>
              <a:latin typeface="Roboto" panose="02000000000000000000" pitchFamily="2" charset="0"/>
            </a:endParaRPr>
          </a:p>
          <a:p>
            <a:pPr marL="342900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effectLst/>
                <a:latin typeface="Roboto" panose="02000000000000000000" pitchFamily="2" charset="0"/>
              </a:rPr>
              <a:t>Agent </a:t>
            </a:r>
            <a:r>
              <a:rPr lang="zh-CN" altLang="en-US" sz="2800" b="0" i="0" dirty="0">
                <a:effectLst/>
                <a:latin typeface="Roboto" panose="02000000000000000000" pitchFamily="2" charset="0"/>
              </a:rPr>
              <a:t>工作流</a:t>
            </a:r>
            <a:r>
              <a:rPr lang="en-US" altLang="zh-CN" sz="2800" b="0" i="0" dirty="0">
                <a:effectLst/>
                <a:latin typeface="Roboto" panose="02000000000000000000" pitchFamily="2" charset="0"/>
              </a:rPr>
              <a:t>——</a:t>
            </a:r>
            <a:r>
              <a:rPr lang="zh-CN" altLang="en-US" sz="2800" b="0" i="0" dirty="0">
                <a:effectLst/>
                <a:latin typeface="Roboto" panose="02000000000000000000" pitchFamily="2" charset="0"/>
              </a:rPr>
              <a:t>自动化任务规划与执行</a:t>
            </a:r>
            <a:endParaRPr lang="zh-CN" altLang="en-US" sz="2800" b="0" i="0" dirty="0">
              <a:effectLst/>
              <a:latin typeface="Roboto" panose="02000000000000000000" pitchFamily="2" charset="0"/>
            </a:endParaRPr>
          </a:p>
          <a:p>
            <a:pPr marL="342900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effectLst/>
                <a:latin typeface="Roboto" panose="02000000000000000000" pitchFamily="2" charset="0"/>
                <a:sym typeface="+mn-ea"/>
              </a:rPr>
              <a:t>AI-Native Development Constraints</a:t>
            </a:r>
            <a:r>
              <a:rPr lang="en-US" altLang="zh-CN" sz="2800" b="0" i="0" dirty="0">
                <a:effectLst/>
                <a:latin typeface="Roboto" panose="02000000000000000000" pitchFamily="2" charset="0"/>
              </a:rPr>
              <a:t>——</a:t>
            </a:r>
            <a:r>
              <a:rPr lang="zh-CN" altLang="en-US" sz="2800" b="0" i="0" dirty="0">
                <a:effectLst/>
                <a:latin typeface="Roboto" panose="02000000000000000000" pitchFamily="2" charset="0"/>
              </a:rPr>
              <a:t>质量、安全与成本控制</a:t>
            </a:r>
            <a:endParaRPr lang="en-US" altLang="zh-CN" sz="2800" b="0" i="0" dirty="0">
              <a:effectLst/>
              <a:latin typeface="Roboto" panose="02000000000000000000" pitchFamily="2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15490" y="5628640"/>
            <a:ext cx="7795260" cy="65341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zh-CN" altLang="en-US" sz="2800" b="1">
                <a:solidFill>
                  <a:schemeClr val="bg1"/>
                </a:solidFill>
              </a:rPr>
              <a:t>目标：构建可控的 </a:t>
            </a:r>
            <a:r>
              <a:rPr lang="en-US" altLang="zh-CN" sz="2800" b="1">
                <a:solidFill>
                  <a:schemeClr val="bg1"/>
                </a:solidFill>
              </a:rPr>
              <a:t>AI-Native </a:t>
            </a:r>
            <a:r>
              <a:rPr lang="zh-CN" altLang="en-US" sz="2800" b="1">
                <a:solidFill>
                  <a:schemeClr val="bg1"/>
                </a:solidFill>
              </a:rPr>
              <a:t>软件开发流程</a:t>
            </a:r>
            <a:endParaRPr lang="zh-CN" altLang="en-US" sz="2800" b="1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015490" y="1304290"/>
            <a:ext cx="7376795" cy="6508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defTabSz="121920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sz="2800" b="1" dirty="0">
                <a:effectLst/>
                <a:latin typeface="Roboto" panose="02000000000000000000" pitchFamily="2" charset="0"/>
                <a:sym typeface="+mn-ea"/>
              </a:rPr>
              <a:t>AI-Native Software Development Stack</a:t>
            </a:r>
            <a:r>
              <a:rPr lang="zh-CN" altLang="en-US" sz="2800" dirty="0">
                <a:effectLst/>
                <a:latin typeface="Roboto" panose="02000000000000000000" pitchFamily="2" charset="0"/>
                <a:sym typeface="+mn-ea"/>
              </a:rPr>
              <a:t>：</a:t>
            </a:r>
            <a:endParaRPr lang="zh-CN" altLang="en-US" sz="2800" dirty="0">
              <a:effectLst/>
              <a:latin typeface="Roboto" panose="02000000000000000000" pitchFamily="2" charset="0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/>
          <p:cNvPicPr>
            <a:picLocks noChangeAspect="1"/>
          </p:cNvPicPr>
          <p:nvPr/>
        </p:nvPicPr>
        <p:blipFill>
          <a:blip r:embed="rId1" cstate="email"/>
          <a:stretch>
            <a:fillRect/>
          </a:stretch>
        </p:blipFill>
        <p:spPr>
          <a:xfrm>
            <a:off x="-2666" y="3090"/>
            <a:ext cx="4549024" cy="6823538"/>
          </a:xfrm>
          <a:prstGeom prst="rect">
            <a:avLst/>
          </a:prstGeom>
        </p:spPr>
      </p:pic>
      <p:sp>
        <p:nvSpPr>
          <p:cNvPr id="37" name="矩形 36"/>
          <p:cNvSpPr/>
          <p:nvPr/>
        </p:nvSpPr>
        <p:spPr>
          <a:xfrm>
            <a:off x="2205" y="0"/>
            <a:ext cx="4544153" cy="6856413"/>
          </a:xfrm>
          <a:prstGeom prst="rect">
            <a:avLst/>
          </a:prstGeom>
          <a:solidFill>
            <a:schemeClr val="tx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tabLst>
                <a:tab pos="4745355" algn="l"/>
              </a:tabLst>
            </a:pPr>
            <a:endParaRPr lang="zh-CN" altLang="en-US" b="1" dirty="0">
              <a:solidFill>
                <a:srgbClr val="55B2A0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411" y="-79864"/>
            <a:ext cx="145558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795" b="1" dirty="0">
                <a:solidFill>
                  <a:schemeClr val="bg1"/>
                </a:solidFill>
                <a:latin typeface="Bodoni MT" panose="02070603080606020203" pitchFamily="18" charset="0"/>
              </a:rPr>
              <a:t>C</a:t>
            </a:r>
            <a:endParaRPr lang="zh-CN" altLang="en-US" sz="6000" b="1" dirty="0">
              <a:solidFill>
                <a:schemeClr val="bg1"/>
              </a:solidFill>
              <a:latin typeface="Bodoni MT" panose="02070603080606020203" pitchFamily="18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75400" y="2896664"/>
            <a:ext cx="20442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  <a:latin typeface="+mj-ea"/>
                <a:ea typeface="+mj-ea"/>
              </a:rPr>
              <a:t>目录</a:t>
            </a:r>
            <a:endParaRPr lang="zh-CN" altLang="en-US" sz="5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992254" y="831928"/>
            <a:ext cx="18686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Bodoni MT" panose="02070603080606020203" pitchFamily="18" charset="0"/>
              </a:rPr>
              <a:t>ONT</a:t>
            </a:r>
            <a:endParaRPr lang="zh-CN" altLang="en-US" sz="6000" b="1" dirty="0">
              <a:solidFill>
                <a:schemeClr val="bg1"/>
              </a:solidFill>
              <a:latin typeface="Bodoni MT" panose="02070603080606020203" pitchFamily="18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2449666" y="838800"/>
            <a:ext cx="20589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Bodoni MT" panose="02070603080606020203" pitchFamily="18" charset="0"/>
              </a:rPr>
              <a:t>ENTS</a:t>
            </a:r>
            <a:endParaRPr lang="zh-CN" altLang="en-US" sz="6000" b="1" dirty="0">
              <a:solidFill>
                <a:schemeClr val="bg1"/>
              </a:solidFill>
              <a:latin typeface="Bodoni MT" panose="02070603080606020203" pitchFamily="18" charset="0"/>
            </a:endParaRPr>
          </a:p>
        </p:txBody>
      </p:sp>
      <p:grpSp>
        <p:nvGrpSpPr>
          <p:cNvPr id="51" name="组合 50"/>
          <p:cNvGrpSpPr/>
          <p:nvPr>
            <p:custDataLst>
              <p:tags r:id="rId2"/>
            </p:custDataLst>
          </p:nvPr>
        </p:nvGrpSpPr>
        <p:grpSpPr>
          <a:xfrm>
            <a:off x="5276048" y="899163"/>
            <a:ext cx="549719" cy="617843"/>
            <a:chOff x="279401" y="2698750"/>
            <a:chExt cx="1473200" cy="1655763"/>
          </a:xfrm>
        </p:grpSpPr>
        <p:sp>
          <p:nvSpPr>
            <p:cNvPr id="52" name="Freeform 45"/>
            <p:cNvSpPr>
              <a:spLocks noEditPoints="1"/>
            </p:cNvSpPr>
            <p:nvPr>
              <p:custDataLst>
                <p:tags r:id="rId3"/>
              </p:custDataLst>
            </p:nvPr>
          </p:nvSpPr>
          <p:spPr bwMode="auto">
            <a:xfrm>
              <a:off x="279401" y="2884488"/>
              <a:ext cx="1473200" cy="1470025"/>
            </a:xfrm>
            <a:custGeom>
              <a:avLst/>
              <a:gdLst>
                <a:gd name="T0" fmla="*/ 250 w 501"/>
                <a:gd name="T1" fmla="*/ 0 h 501"/>
                <a:gd name="T2" fmla="*/ 0 w 501"/>
                <a:gd name="T3" fmla="*/ 251 h 501"/>
                <a:gd name="T4" fmla="*/ 250 w 501"/>
                <a:gd name="T5" fmla="*/ 501 h 501"/>
                <a:gd name="T6" fmla="*/ 501 w 501"/>
                <a:gd name="T7" fmla="*/ 251 h 501"/>
                <a:gd name="T8" fmla="*/ 250 w 501"/>
                <a:gd name="T9" fmla="*/ 0 h 501"/>
                <a:gd name="T10" fmla="*/ 455 w 501"/>
                <a:gd name="T11" fmla="*/ 267 h 501"/>
                <a:gd name="T12" fmla="*/ 446 w 501"/>
                <a:gd name="T13" fmla="*/ 267 h 501"/>
                <a:gd name="T14" fmla="*/ 389 w 501"/>
                <a:gd name="T15" fmla="*/ 390 h 501"/>
                <a:gd name="T16" fmla="*/ 267 w 501"/>
                <a:gd name="T17" fmla="*/ 447 h 501"/>
                <a:gd name="T18" fmla="*/ 267 w 501"/>
                <a:gd name="T19" fmla="*/ 455 h 501"/>
                <a:gd name="T20" fmla="*/ 250 w 501"/>
                <a:gd name="T21" fmla="*/ 471 h 501"/>
                <a:gd name="T22" fmla="*/ 234 w 501"/>
                <a:gd name="T23" fmla="*/ 455 h 501"/>
                <a:gd name="T24" fmla="*/ 234 w 501"/>
                <a:gd name="T25" fmla="*/ 447 h 501"/>
                <a:gd name="T26" fmla="*/ 111 w 501"/>
                <a:gd name="T27" fmla="*/ 390 h 501"/>
                <a:gd name="T28" fmla="*/ 54 w 501"/>
                <a:gd name="T29" fmla="*/ 267 h 501"/>
                <a:gd name="T30" fmla="*/ 46 w 501"/>
                <a:gd name="T31" fmla="*/ 267 h 501"/>
                <a:gd name="T32" fmla="*/ 30 w 501"/>
                <a:gd name="T33" fmla="*/ 251 h 501"/>
                <a:gd name="T34" fmla="*/ 46 w 501"/>
                <a:gd name="T35" fmla="*/ 234 h 501"/>
                <a:gd name="T36" fmla="*/ 54 w 501"/>
                <a:gd name="T37" fmla="*/ 234 h 501"/>
                <a:gd name="T38" fmla="*/ 111 w 501"/>
                <a:gd name="T39" fmla="*/ 111 h 501"/>
                <a:gd name="T40" fmla="*/ 234 w 501"/>
                <a:gd name="T41" fmla="*/ 54 h 501"/>
                <a:gd name="T42" fmla="*/ 234 w 501"/>
                <a:gd name="T43" fmla="*/ 46 h 501"/>
                <a:gd name="T44" fmla="*/ 250 w 501"/>
                <a:gd name="T45" fmla="*/ 30 h 501"/>
                <a:gd name="T46" fmla="*/ 267 w 501"/>
                <a:gd name="T47" fmla="*/ 46 h 501"/>
                <a:gd name="T48" fmla="*/ 267 w 501"/>
                <a:gd name="T49" fmla="*/ 54 h 501"/>
                <a:gd name="T50" fmla="*/ 389 w 501"/>
                <a:gd name="T51" fmla="*/ 111 h 501"/>
                <a:gd name="T52" fmla="*/ 446 w 501"/>
                <a:gd name="T53" fmla="*/ 234 h 501"/>
                <a:gd name="T54" fmla="*/ 455 w 501"/>
                <a:gd name="T55" fmla="*/ 234 h 501"/>
                <a:gd name="T56" fmla="*/ 471 w 501"/>
                <a:gd name="T57" fmla="*/ 251 h 501"/>
                <a:gd name="T58" fmla="*/ 455 w 501"/>
                <a:gd name="T59" fmla="*/ 267 h 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01" h="501">
                  <a:moveTo>
                    <a:pt x="250" y="0"/>
                  </a:moveTo>
                  <a:cubicBezTo>
                    <a:pt x="112" y="0"/>
                    <a:pt x="0" y="112"/>
                    <a:pt x="0" y="251"/>
                  </a:cubicBezTo>
                  <a:cubicBezTo>
                    <a:pt x="0" y="389"/>
                    <a:pt x="112" y="501"/>
                    <a:pt x="250" y="501"/>
                  </a:cubicBezTo>
                  <a:cubicBezTo>
                    <a:pt x="389" y="501"/>
                    <a:pt x="501" y="389"/>
                    <a:pt x="501" y="251"/>
                  </a:cubicBezTo>
                  <a:cubicBezTo>
                    <a:pt x="501" y="112"/>
                    <a:pt x="389" y="0"/>
                    <a:pt x="250" y="0"/>
                  </a:cubicBezTo>
                  <a:close/>
                  <a:moveTo>
                    <a:pt x="455" y="267"/>
                  </a:moveTo>
                  <a:cubicBezTo>
                    <a:pt x="446" y="267"/>
                    <a:pt x="446" y="267"/>
                    <a:pt x="446" y="267"/>
                  </a:cubicBezTo>
                  <a:cubicBezTo>
                    <a:pt x="442" y="315"/>
                    <a:pt x="421" y="358"/>
                    <a:pt x="389" y="390"/>
                  </a:cubicBezTo>
                  <a:cubicBezTo>
                    <a:pt x="357" y="422"/>
                    <a:pt x="315" y="443"/>
                    <a:pt x="267" y="447"/>
                  </a:cubicBezTo>
                  <a:cubicBezTo>
                    <a:pt x="267" y="455"/>
                    <a:pt x="267" y="455"/>
                    <a:pt x="267" y="455"/>
                  </a:cubicBezTo>
                  <a:cubicBezTo>
                    <a:pt x="267" y="464"/>
                    <a:pt x="259" y="471"/>
                    <a:pt x="250" y="471"/>
                  </a:cubicBezTo>
                  <a:cubicBezTo>
                    <a:pt x="241" y="471"/>
                    <a:pt x="234" y="464"/>
                    <a:pt x="234" y="455"/>
                  </a:cubicBezTo>
                  <a:cubicBezTo>
                    <a:pt x="234" y="447"/>
                    <a:pt x="234" y="447"/>
                    <a:pt x="234" y="447"/>
                  </a:cubicBezTo>
                  <a:cubicBezTo>
                    <a:pt x="186" y="443"/>
                    <a:pt x="143" y="422"/>
                    <a:pt x="111" y="390"/>
                  </a:cubicBezTo>
                  <a:cubicBezTo>
                    <a:pt x="79" y="358"/>
                    <a:pt x="58" y="315"/>
                    <a:pt x="54" y="267"/>
                  </a:cubicBezTo>
                  <a:cubicBezTo>
                    <a:pt x="46" y="267"/>
                    <a:pt x="46" y="267"/>
                    <a:pt x="46" y="267"/>
                  </a:cubicBezTo>
                  <a:cubicBezTo>
                    <a:pt x="37" y="267"/>
                    <a:pt x="30" y="260"/>
                    <a:pt x="30" y="251"/>
                  </a:cubicBezTo>
                  <a:cubicBezTo>
                    <a:pt x="30" y="241"/>
                    <a:pt x="37" y="234"/>
                    <a:pt x="46" y="234"/>
                  </a:cubicBezTo>
                  <a:cubicBezTo>
                    <a:pt x="54" y="234"/>
                    <a:pt x="54" y="234"/>
                    <a:pt x="54" y="234"/>
                  </a:cubicBezTo>
                  <a:cubicBezTo>
                    <a:pt x="58" y="186"/>
                    <a:pt x="79" y="143"/>
                    <a:pt x="111" y="111"/>
                  </a:cubicBezTo>
                  <a:cubicBezTo>
                    <a:pt x="143" y="79"/>
                    <a:pt x="186" y="58"/>
                    <a:pt x="234" y="54"/>
                  </a:cubicBezTo>
                  <a:cubicBezTo>
                    <a:pt x="234" y="46"/>
                    <a:pt x="234" y="46"/>
                    <a:pt x="234" y="46"/>
                  </a:cubicBezTo>
                  <a:cubicBezTo>
                    <a:pt x="234" y="37"/>
                    <a:pt x="241" y="30"/>
                    <a:pt x="250" y="30"/>
                  </a:cubicBezTo>
                  <a:cubicBezTo>
                    <a:pt x="259" y="30"/>
                    <a:pt x="267" y="37"/>
                    <a:pt x="267" y="46"/>
                  </a:cubicBezTo>
                  <a:cubicBezTo>
                    <a:pt x="267" y="54"/>
                    <a:pt x="267" y="54"/>
                    <a:pt x="267" y="54"/>
                  </a:cubicBezTo>
                  <a:cubicBezTo>
                    <a:pt x="315" y="58"/>
                    <a:pt x="357" y="79"/>
                    <a:pt x="389" y="111"/>
                  </a:cubicBezTo>
                  <a:cubicBezTo>
                    <a:pt x="421" y="143"/>
                    <a:pt x="442" y="186"/>
                    <a:pt x="446" y="234"/>
                  </a:cubicBezTo>
                  <a:cubicBezTo>
                    <a:pt x="455" y="234"/>
                    <a:pt x="455" y="234"/>
                    <a:pt x="455" y="234"/>
                  </a:cubicBezTo>
                  <a:cubicBezTo>
                    <a:pt x="464" y="234"/>
                    <a:pt x="471" y="241"/>
                    <a:pt x="471" y="251"/>
                  </a:cubicBezTo>
                  <a:cubicBezTo>
                    <a:pt x="471" y="260"/>
                    <a:pt x="464" y="267"/>
                    <a:pt x="455" y="267"/>
                  </a:cubicBezTo>
                  <a:close/>
                </a:path>
              </a:pathLst>
            </a:custGeom>
            <a:solidFill>
              <a:srgbClr val="FFA000">
                <a:alpha val="84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/>
            </a:p>
          </p:txBody>
        </p:sp>
        <p:sp>
          <p:nvSpPr>
            <p:cNvPr id="53" name="Freeform 46"/>
            <p:cNvSpPr/>
            <p:nvPr>
              <p:custDataLst>
                <p:tags r:id="rId4"/>
              </p:custDataLst>
            </p:nvPr>
          </p:nvSpPr>
          <p:spPr bwMode="auto">
            <a:xfrm>
              <a:off x="966788" y="3043238"/>
              <a:ext cx="96838" cy="117475"/>
            </a:xfrm>
            <a:custGeom>
              <a:avLst/>
              <a:gdLst>
                <a:gd name="T0" fmla="*/ 16 w 33"/>
                <a:gd name="T1" fmla="*/ 40 h 40"/>
                <a:gd name="T2" fmla="*/ 33 w 33"/>
                <a:gd name="T3" fmla="*/ 24 h 40"/>
                <a:gd name="T4" fmla="*/ 33 w 33"/>
                <a:gd name="T5" fmla="*/ 0 h 40"/>
                <a:gd name="T6" fmla="*/ 16 w 33"/>
                <a:gd name="T7" fmla="*/ 0 h 40"/>
                <a:gd name="T8" fmla="*/ 0 w 33"/>
                <a:gd name="T9" fmla="*/ 0 h 40"/>
                <a:gd name="T10" fmla="*/ 0 w 33"/>
                <a:gd name="T11" fmla="*/ 24 h 40"/>
                <a:gd name="T12" fmla="*/ 16 w 33"/>
                <a:gd name="T1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40">
                  <a:moveTo>
                    <a:pt x="16" y="40"/>
                  </a:moveTo>
                  <a:cubicBezTo>
                    <a:pt x="25" y="40"/>
                    <a:pt x="33" y="33"/>
                    <a:pt x="33" y="24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27" y="0"/>
                    <a:pt x="22" y="0"/>
                    <a:pt x="16" y="0"/>
                  </a:cubicBezTo>
                  <a:cubicBezTo>
                    <a:pt x="11" y="0"/>
                    <a:pt x="5" y="0"/>
                    <a:pt x="0" y="0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33"/>
                    <a:pt x="7" y="40"/>
                    <a:pt x="16" y="40"/>
                  </a:cubicBezTo>
                  <a:close/>
                </a:path>
              </a:pathLst>
            </a:cu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/>
            </a:p>
          </p:txBody>
        </p:sp>
        <p:sp>
          <p:nvSpPr>
            <p:cNvPr id="54" name="Freeform 47"/>
            <p:cNvSpPr/>
            <p:nvPr>
              <p:custDataLst>
                <p:tags r:id="rId5"/>
              </p:custDataLst>
            </p:nvPr>
          </p:nvSpPr>
          <p:spPr bwMode="auto">
            <a:xfrm>
              <a:off x="966788" y="4079875"/>
              <a:ext cx="96838" cy="115888"/>
            </a:xfrm>
            <a:custGeom>
              <a:avLst/>
              <a:gdLst>
                <a:gd name="T0" fmla="*/ 16 w 33"/>
                <a:gd name="T1" fmla="*/ 0 h 40"/>
                <a:gd name="T2" fmla="*/ 0 w 33"/>
                <a:gd name="T3" fmla="*/ 17 h 40"/>
                <a:gd name="T4" fmla="*/ 0 w 33"/>
                <a:gd name="T5" fmla="*/ 40 h 40"/>
                <a:gd name="T6" fmla="*/ 16 w 33"/>
                <a:gd name="T7" fmla="*/ 40 h 40"/>
                <a:gd name="T8" fmla="*/ 33 w 33"/>
                <a:gd name="T9" fmla="*/ 40 h 40"/>
                <a:gd name="T10" fmla="*/ 33 w 33"/>
                <a:gd name="T11" fmla="*/ 17 h 40"/>
                <a:gd name="T12" fmla="*/ 16 w 33"/>
                <a:gd name="T1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40">
                  <a:moveTo>
                    <a:pt x="16" y="0"/>
                  </a:moveTo>
                  <a:cubicBezTo>
                    <a:pt x="7" y="0"/>
                    <a:pt x="0" y="7"/>
                    <a:pt x="0" y="17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5" y="40"/>
                    <a:pt x="11" y="40"/>
                    <a:pt x="16" y="40"/>
                  </a:cubicBezTo>
                  <a:cubicBezTo>
                    <a:pt x="22" y="40"/>
                    <a:pt x="27" y="40"/>
                    <a:pt x="33" y="40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7"/>
                    <a:pt x="25" y="0"/>
                    <a:pt x="16" y="0"/>
                  </a:cubicBezTo>
                  <a:close/>
                </a:path>
              </a:pathLst>
            </a:cu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/>
            </a:p>
          </p:txBody>
        </p:sp>
        <p:sp>
          <p:nvSpPr>
            <p:cNvPr id="55" name="Freeform 48"/>
            <p:cNvSpPr/>
            <p:nvPr>
              <p:custDataLst>
                <p:tags r:id="rId6"/>
              </p:custDataLst>
            </p:nvPr>
          </p:nvSpPr>
          <p:spPr bwMode="auto">
            <a:xfrm>
              <a:off x="434976" y="3571875"/>
              <a:ext cx="120650" cy="96838"/>
            </a:xfrm>
            <a:custGeom>
              <a:avLst/>
              <a:gdLst>
                <a:gd name="T0" fmla="*/ 41 w 41"/>
                <a:gd name="T1" fmla="*/ 17 h 33"/>
                <a:gd name="T2" fmla="*/ 24 w 41"/>
                <a:gd name="T3" fmla="*/ 0 h 33"/>
                <a:gd name="T4" fmla="*/ 1 w 41"/>
                <a:gd name="T5" fmla="*/ 0 h 33"/>
                <a:gd name="T6" fmla="*/ 0 w 41"/>
                <a:gd name="T7" fmla="*/ 17 h 33"/>
                <a:gd name="T8" fmla="*/ 1 w 41"/>
                <a:gd name="T9" fmla="*/ 33 h 33"/>
                <a:gd name="T10" fmla="*/ 24 w 41"/>
                <a:gd name="T11" fmla="*/ 33 h 33"/>
                <a:gd name="T12" fmla="*/ 41 w 41"/>
                <a:gd name="T13" fmla="*/ 17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33">
                  <a:moveTo>
                    <a:pt x="41" y="17"/>
                  </a:moveTo>
                  <a:cubicBezTo>
                    <a:pt x="41" y="7"/>
                    <a:pt x="33" y="0"/>
                    <a:pt x="24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6"/>
                    <a:pt x="0" y="11"/>
                    <a:pt x="0" y="17"/>
                  </a:cubicBezTo>
                  <a:cubicBezTo>
                    <a:pt x="0" y="22"/>
                    <a:pt x="1" y="28"/>
                    <a:pt x="1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33" y="33"/>
                    <a:pt x="41" y="26"/>
                    <a:pt x="41" y="17"/>
                  </a:cubicBezTo>
                  <a:close/>
                </a:path>
              </a:pathLst>
            </a:cu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/>
            </a:p>
          </p:txBody>
        </p:sp>
        <p:sp>
          <p:nvSpPr>
            <p:cNvPr id="56" name="Freeform 49"/>
            <p:cNvSpPr/>
            <p:nvPr>
              <p:custDataLst>
                <p:tags r:id="rId7"/>
              </p:custDataLst>
            </p:nvPr>
          </p:nvSpPr>
          <p:spPr bwMode="auto">
            <a:xfrm>
              <a:off x="1474788" y="3571875"/>
              <a:ext cx="119063" cy="96838"/>
            </a:xfrm>
            <a:custGeom>
              <a:avLst/>
              <a:gdLst>
                <a:gd name="T0" fmla="*/ 39 w 40"/>
                <a:gd name="T1" fmla="*/ 0 h 33"/>
                <a:gd name="T2" fmla="*/ 16 w 40"/>
                <a:gd name="T3" fmla="*/ 0 h 33"/>
                <a:gd name="T4" fmla="*/ 0 w 40"/>
                <a:gd name="T5" fmla="*/ 17 h 33"/>
                <a:gd name="T6" fmla="*/ 16 w 40"/>
                <a:gd name="T7" fmla="*/ 33 h 33"/>
                <a:gd name="T8" fmla="*/ 39 w 40"/>
                <a:gd name="T9" fmla="*/ 33 h 33"/>
                <a:gd name="T10" fmla="*/ 40 w 40"/>
                <a:gd name="T11" fmla="*/ 17 h 33"/>
                <a:gd name="T12" fmla="*/ 39 w 40"/>
                <a:gd name="T13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" h="33">
                  <a:moveTo>
                    <a:pt x="39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7"/>
                  </a:cubicBezTo>
                  <a:cubicBezTo>
                    <a:pt x="0" y="26"/>
                    <a:pt x="7" y="33"/>
                    <a:pt x="16" y="33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40" y="28"/>
                    <a:pt x="40" y="22"/>
                    <a:pt x="40" y="17"/>
                  </a:cubicBezTo>
                  <a:cubicBezTo>
                    <a:pt x="40" y="11"/>
                    <a:pt x="40" y="6"/>
                    <a:pt x="39" y="0"/>
                  </a:cubicBezTo>
                  <a:close/>
                </a:path>
              </a:pathLst>
            </a:cu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/>
            </a:p>
          </p:txBody>
        </p:sp>
        <p:sp>
          <p:nvSpPr>
            <p:cNvPr id="57" name="Oval 50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925513" y="3532188"/>
              <a:ext cx="176213" cy="174625"/>
            </a:xfrm>
            <a:prstGeom prst="ellipse">
              <a:avLst/>
            </a:pr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/>
            </a:p>
          </p:txBody>
        </p:sp>
        <p:sp>
          <p:nvSpPr>
            <p:cNvPr id="58" name="Freeform 51"/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652463" y="3254375"/>
              <a:ext cx="723900" cy="730250"/>
            </a:xfrm>
            <a:custGeom>
              <a:avLst/>
              <a:gdLst>
                <a:gd name="T0" fmla="*/ 106 w 246"/>
                <a:gd name="T1" fmla="*/ 86 h 249"/>
                <a:gd name="T2" fmla="*/ 109 w 246"/>
                <a:gd name="T3" fmla="*/ 89 h 249"/>
                <a:gd name="T4" fmla="*/ 123 w 246"/>
                <a:gd name="T5" fmla="*/ 86 h 249"/>
                <a:gd name="T6" fmla="*/ 162 w 246"/>
                <a:gd name="T7" fmla="*/ 125 h 249"/>
                <a:gd name="T8" fmla="*/ 159 w 246"/>
                <a:gd name="T9" fmla="*/ 139 h 249"/>
                <a:gd name="T10" fmla="*/ 162 w 246"/>
                <a:gd name="T11" fmla="*/ 142 h 249"/>
                <a:gd name="T12" fmla="*/ 246 w 246"/>
                <a:gd name="T13" fmla="*/ 0 h 249"/>
                <a:gd name="T14" fmla="*/ 106 w 246"/>
                <a:gd name="T15" fmla="*/ 86 h 249"/>
                <a:gd name="T16" fmla="*/ 123 w 246"/>
                <a:gd name="T17" fmla="*/ 163 h 249"/>
                <a:gd name="T18" fmla="*/ 84 w 246"/>
                <a:gd name="T19" fmla="*/ 125 h 249"/>
                <a:gd name="T20" fmla="*/ 87 w 246"/>
                <a:gd name="T21" fmla="*/ 110 h 249"/>
                <a:gd name="T22" fmla="*/ 85 w 246"/>
                <a:gd name="T23" fmla="*/ 107 h 249"/>
                <a:gd name="T24" fmla="*/ 0 w 246"/>
                <a:gd name="T25" fmla="*/ 249 h 249"/>
                <a:gd name="T26" fmla="*/ 140 w 246"/>
                <a:gd name="T27" fmla="*/ 163 h 249"/>
                <a:gd name="T28" fmla="*/ 138 w 246"/>
                <a:gd name="T29" fmla="*/ 160 h 249"/>
                <a:gd name="T30" fmla="*/ 123 w 246"/>
                <a:gd name="T31" fmla="*/ 163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6" h="249">
                  <a:moveTo>
                    <a:pt x="106" y="86"/>
                  </a:moveTo>
                  <a:cubicBezTo>
                    <a:pt x="109" y="89"/>
                    <a:pt x="109" y="89"/>
                    <a:pt x="109" y="89"/>
                  </a:cubicBezTo>
                  <a:cubicBezTo>
                    <a:pt x="113" y="87"/>
                    <a:pt x="118" y="86"/>
                    <a:pt x="123" y="86"/>
                  </a:cubicBezTo>
                  <a:cubicBezTo>
                    <a:pt x="145" y="86"/>
                    <a:pt x="162" y="103"/>
                    <a:pt x="162" y="125"/>
                  </a:cubicBezTo>
                  <a:cubicBezTo>
                    <a:pt x="162" y="130"/>
                    <a:pt x="161" y="135"/>
                    <a:pt x="159" y="139"/>
                  </a:cubicBezTo>
                  <a:cubicBezTo>
                    <a:pt x="162" y="142"/>
                    <a:pt x="162" y="142"/>
                    <a:pt x="162" y="142"/>
                  </a:cubicBezTo>
                  <a:cubicBezTo>
                    <a:pt x="246" y="0"/>
                    <a:pt x="246" y="0"/>
                    <a:pt x="246" y="0"/>
                  </a:cubicBezTo>
                  <a:lnTo>
                    <a:pt x="106" y="86"/>
                  </a:lnTo>
                  <a:close/>
                  <a:moveTo>
                    <a:pt x="123" y="163"/>
                  </a:moveTo>
                  <a:cubicBezTo>
                    <a:pt x="102" y="163"/>
                    <a:pt x="84" y="146"/>
                    <a:pt x="84" y="125"/>
                  </a:cubicBezTo>
                  <a:cubicBezTo>
                    <a:pt x="84" y="119"/>
                    <a:pt x="86" y="114"/>
                    <a:pt x="87" y="110"/>
                  </a:cubicBezTo>
                  <a:cubicBezTo>
                    <a:pt x="85" y="107"/>
                    <a:pt x="85" y="107"/>
                    <a:pt x="85" y="107"/>
                  </a:cubicBezTo>
                  <a:cubicBezTo>
                    <a:pt x="0" y="249"/>
                    <a:pt x="0" y="249"/>
                    <a:pt x="0" y="249"/>
                  </a:cubicBezTo>
                  <a:cubicBezTo>
                    <a:pt x="140" y="163"/>
                    <a:pt x="140" y="163"/>
                    <a:pt x="140" y="163"/>
                  </a:cubicBezTo>
                  <a:cubicBezTo>
                    <a:pt x="138" y="160"/>
                    <a:pt x="138" y="160"/>
                    <a:pt x="138" y="160"/>
                  </a:cubicBezTo>
                  <a:cubicBezTo>
                    <a:pt x="133" y="162"/>
                    <a:pt x="128" y="163"/>
                    <a:pt x="123" y="163"/>
                  </a:cubicBezTo>
                  <a:close/>
                </a:path>
              </a:pathLst>
            </a:custGeom>
            <a:solidFill>
              <a:srgbClr val="23A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/>
            </a:p>
          </p:txBody>
        </p:sp>
        <p:sp>
          <p:nvSpPr>
            <p:cNvPr id="59" name="Freeform 52"/>
            <p:cNvSpPr/>
            <p:nvPr>
              <p:custDataLst>
                <p:tags r:id="rId10"/>
              </p:custDataLst>
            </p:nvPr>
          </p:nvSpPr>
          <p:spPr bwMode="auto">
            <a:xfrm>
              <a:off x="935038" y="2698750"/>
              <a:ext cx="158750" cy="158750"/>
            </a:xfrm>
            <a:custGeom>
              <a:avLst/>
              <a:gdLst>
                <a:gd name="T0" fmla="*/ 27 w 54"/>
                <a:gd name="T1" fmla="*/ 0 h 54"/>
                <a:gd name="T2" fmla="*/ 0 w 54"/>
                <a:gd name="T3" fmla="*/ 27 h 54"/>
                <a:gd name="T4" fmla="*/ 0 w 54"/>
                <a:gd name="T5" fmla="*/ 54 h 54"/>
                <a:gd name="T6" fmla="*/ 29 w 54"/>
                <a:gd name="T7" fmla="*/ 52 h 54"/>
                <a:gd name="T8" fmla="*/ 29 w 54"/>
                <a:gd name="T9" fmla="*/ 52 h 54"/>
                <a:gd name="T10" fmla="*/ 54 w 54"/>
                <a:gd name="T11" fmla="*/ 53 h 54"/>
                <a:gd name="T12" fmla="*/ 54 w 54"/>
                <a:gd name="T13" fmla="*/ 27 h 54"/>
                <a:gd name="T14" fmla="*/ 27 w 54"/>
                <a:gd name="T1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54">
                  <a:moveTo>
                    <a:pt x="27" y="0"/>
                  </a:moveTo>
                  <a:cubicBezTo>
                    <a:pt x="12" y="0"/>
                    <a:pt x="0" y="12"/>
                    <a:pt x="0" y="27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10" y="53"/>
                    <a:pt x="1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38" y="52"/>
                    <a:pt x="46" y="52"/>
                    <a:pt x="54" y="53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12"/>
                    <a:pt x="42" y="0"/>
                    <a:pt x="27" y="0"/>
                  </a:cubicBezTo>
                  <a:close/>
                </a:path>
              </a:pathLst>
            </a:custGeom>
            <a:solidFill>
              <a:srgbClr val="A6C8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/>
            </a:p>
          </p:txBody>
        </p:sp>
      </p:grpSp>
      <p:grpSp>
        <p:nvGrpSpPr>
          <p:cNvPr id="60" name="组合 59"/>
          <p:cNvGrpSpPr/>
          <p:nvPr>
            <p:custDataLst>
              <p:tags r:id="rId11"/>
            </p:custDataLst>
          </p:nvPr>
        </p:nvGrpSpPr>
        <p:grpSpPr>
          <a:xfrm>
            <a:off x="5276048" y="1813351"/>
            <a:ext cx="549719" cy="617843"/>
            <a:chOff x="279401" y="2698750"/>
            <a:chExt cx="1473200" cy="1655763"/>
          </a:xfrm>
        </p:grpSpPr>
        <p:sp>
          <p:nvSpPr>
            <p:cNvPr id="61" name="Freeform 45"/>
            <p:cNvSpPr>
              <a:spLocks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279401" y="2884488"/>
              <a:ext cx="1473200" cy="1470025"/>
            </a:xfrm>
            <a:custGeom>
              <a:avLst/>
              <a:gdLst>
                <a:gd name="T0" fmla="*/ 250 w 501"/>
                <a:gd name="T1" fmla="*/ 0 h 501"/>
                <a:gd name="T2" fmla="*/ 0 w 501"/>
                <a:gd name="T3" fmla="*/ 251 h 501"/>
                <a:gd name="T4" fmla="*/ 250 w 501"/>
                <a:gd name="T5" fmla="*/ 501 h 501"/>
                <a:gd name="T6" fmla="*/ 501 w 501"/>
                <a:gd name="T7" fmla="*/ 251 h 501"/>
                <a:gd name="T8" fmla="*/ 250 w 501"/>
                <a:gd name="T9" fmla="*/ 0 h 501"/>
                <a:gd name="T10" fmla="*/ 455 w 501"/>
                <a:gd name="T11" fmla="*/ 267 h 501"/>
                <a:gd name="T12" fmla="*/ 446 w 501"/>
                <a:gd name="T13" fmla="*/ 267 h 501"/>
                <a:gd name="T14" fmla="*/ 389 w 501"/>
                <a:gd name="T15" fmla="*/ 390 h 501"/>
                <a:gd name="T16" fmla="*/ 267 w 501"/>
                <a:gd name="T17" fmla="*/ 447 h 501"/>
                <a:gd name="T18" fmla="*/ 267 w 501"/>
                <a:gd name="T19" fmla="*/ 455 h 501"/>
                <a:gd name="T20" fmla="*/ 250 w 501"/>
                <a:gd name="T21" fmla="*/ 471 h 501"/>
                <a:gd name="T22" fmla="*/ 234 w 501"/>
                <a:gd name="T23" fmla="*/ 455 h 501"/>
                <a:gd name="T24" fmla="*/ 234 w 501"/>
                <a:gd name="T25" fmla="*/ 447 h 501"/>
                <a:gd name="T26" fmla="*/ 111 w 501"/>
                <a:gd name="T27" fmla="*/ 390 h 501"/>
                <a:gd name="T28" fmla="*/ 54 w 501"/>
                <a:gd name="T29" fmla="*/ 267 h 501"/>
                <a:gd name="T30" fmla="*/ 46 w 501"/>
                <a:gd name="T31" fmla="*/ 267 h 501"/>
                <a:gd name="T32" fmla="*/ 30 w 501"/>
                <a:gd name="T33" fmla="*/ 251 h 501"/>
                <a:gd name="T34" fmla="*/ 46 w 501"/>
                <a:gd name="T35" fmla="*/ 234 h 501"/>
                <a:gd name="T36" fmla="*/ 54 w 501"/>
                <a:gd name="T37" fmla="*/ 234 h 501"/>
                <a:gd name="T38" fmla="*/ 111 w 501"/>
                <a:gd name="T39" fmla="*/ 111 h 501"/>
                <a:gd name="T40" fmla="*/ 234 w 501"/>
                <a:gd name="T41" fmla="*/ 54 h 501"/>
                <a:gd name="T42" fmla="*/ 234 w 501"/>
                <a:gd name="T43" fmla="*/ 46 h 501"/>
                <a:gd name="T44" fmla="*/ 250 w 501"/>
                <a:gd name="T45" fmla="*/ 30 h 501"/>
                <a:gd name="T46" fmla="*/ 267 w 501"/>
                <a:gd name="T47" fmla="*/ 46 h 501"/>
                <a:gd name="T48" fmla="*/ 267 w 501"/>
                <a:gd name="T49" fmla="*/ 54 h 501"/>
                <a:gd name="T50" fmla="*/ 389 w 501"/>
                <a:gd name="T51" fmla="*/ 111 h 501"/>
                <a:gd name="T52" fmla="*/ 446 w 501"/>
                <a:gd name="T53" fmla="*/ 234 h 501"/>
                <a:gd name="T54" fmla="*/ 455 w 501"/>
                <a:gd name="T55" fmla="*/ 234 h 501"/>
                <a:gd name="T56" fmla="*/ 471 w 501"/>
                <a:gd name="T57" fmla="*/ 251 h 501"/>
                <a:gd name="T58" fmla="*/ 455 w 501"/>
                <a:gd name="T59" fmla="*/ 267 h 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01" h="501">
                  <a:moveTo>
                    <a:pt x="250" y="0"/>
                  </a:moveTo>
                  <a:cubicBezTo>
                    <a:pt x="112" y="0"/>
                    <a:pt x="0" y="112"/>
                    <a:pt x="0" y="251"/>
                  </a:cubicBezTo>
                  <a:cubicBezTo>
                    <a:pt x="0" y="389"/>
                    <a:pt x="112" y="501"/>
                    <a:pt x="250" y="501"/>
                  </a:cubicBezTo>
                  <a:cubicBezTo>
                    <a:pt x="389" y="501"/>
                    <a:pt x="501" y="389"/>
                    <a:pt x="501" y="251"/>
                  </a:cubicBezTo>
                  <a:cubicBezTo>
                    <a:pt x="501" y="112"/>
                    <a:pt x="389" y="0"/>
                    <a:pt x="250" y="0"/>
                  </a:cubicBezTo>
                  <a:close/>
                  <a:moveTo>
                    <a:pt x="455" y="267"/>
                  </a:moveTo>
                  <a:cubicBezTo>
                    <a:pt x="446" y="267"/>
                    <a:pt x="446" y="267"/>
                    <a:pt x="446" y="267"/>
                  </a:cubicBezTo>
                  <a:cubicBezTo>
                    <a:pt x="442" y="315"/>
                    <a:pt x="421" y="358"/>
                    <a:pt x="389" y="390"/>
                  </a:cubicBezTo>
                  <a:cubicBezTo>
                    <a:pt x="357" y="422"/>
                    <a:pt x="315" y="443"/>
                    <a:pt x="267" y="447"/>
                  </a:cubicBezTo>
                  <a:cubicBezTo>
                    <a:pt x="267" y="455"/>
                    <a:pt x="267" y="455"/>
                    <a:pt x="267" y="455"/>
                  </a:cubicBezTo>
                  <a:cubicBezTo>
                    <a:pt x="267" y="464"/>
                    <a:pt x="259" y="471"/>
                    <a:pt x="250" y="471"/>
                  </a:cubicBezTo>
                  <a:cubicBezTo>
                    <a:pt x="241" y="471"/>
                    <a:pt x="234" y="464"/>
                    <a:pt x="234" y="455"/>
                  </a:cubicBezTo>
                  <a:cubicBezTo>
                    <a:pt x="234" y="447"/>
                    <a:pt x="234" y="447"/>
                    <a:pt x="234" y="447"/>
                  </a:cubicBezTo>
                  <a:cubicBezTo>
                    <a:pt x="186" y="443"/>
                    <a:pt x="143" y="422"/>
                    <a:pt x="111" y="390"/>
                  </a:cubicBezTo>
                  <a:cubicBezTo>
                    <a:pt x="79" y="358"/>
                    <a:pt x="58" y="315"/>
                    <a:pt x="54" y="267"/>
                  </a:cubicBezTo>
                  <a:cubicBezTo>
                    <a:pt x="46" y="267"/>
                    <a:pt x="46" y="267"/>
                    <a:pt x="46" y="267"/>
                  </a:cubicBezTo>
                  <a:cubicBezTo>
                    <a:pt x="37" y="267"/>
                    <a:pt x="30" y="260"/>
                    <a:pt x="30" y="251"/>
                  </a:cubicBezTo>
                  <a:cubicBezTo>
                    <a:pt x="30" y="241"/>
                    <a:pt x="37" y="234"/>
                    <a:pt x="46" y="234"/>
                  </a:cubicBezTo>
                  <a:cubicBezTo>
                    <a:pt x="54" y="234"/>
                    <a:pt x="54" y="234"/>
                    <a:pt x="54" y="234"/>
                  </a:cubicBezTo>
                  <a:cubicBezTo>
                    <a:pt x="58" y="186"/>
                    <a:pt x="79" y="143"/>
                    <a:pt x="111" y="111"/>
                  </a:cubicBezTo>
                  <a:cubicBezTo>
                    <a:pt x="143" y="79"/>
                    <a:pt x="186" y="58"/>
                    <a:pt x="234" y="54"/>
                  </a:cubicBezTo>
                  <a:cubicBezTo>
                    <a:pt x="234" y="46"/>
                    <a:pt x="234" y="46"/>
                    <a:pt x="234" y="46"/>
                  </a:cubicBezTo>
                  <a:cubicBezTo>
                    <a:pt x="234" y="37"/>
                    <a:pt x="241" y="30"/>
                    <a:pt x="250" y="30"/>
                  </a:cubicBezTo>
                  <a:cubicBezTo>
                    <a:pt x="259" y="30"/>
                    <a:pt x="267" y="37"/>
                    <a:pt x="267" y="46"/>
                  </a:cubicBezTo>
                  <a:cubicBezTo>
                    <a:pt x="267" y="54"/>
                    <a:pt x="267" y="54"/>
                    <a:pt x="267" y="54"/>
                  </a:cubicBezTo>
                  <a:cubicBezTo>
                    <a:pt x="315" y="58"/>
                    <a:pt x="357" y="79"/>
                    <a:pt x="389" y="111"/>
                  </a:cubicBezTo>
                  <a:cubicBezTo>
                    <a:pt x="421" y="143"/>
                    <a:pt x="442" y="186"/>
                    <a:pt x="446" y="234"/>
                  </a:cubicBezTo>
                  <a:cubicBezTo>
                    <a:pt x="455" y="234"/>
                    <a:pt x="455" y="234"/>
                    <a:pt x="455" y="234"/>
                  </a:cubicBezTo>
                  <a:cubicBezTo>
                    <a:pt x="464" y="234"/>
                    <a:pt x="471" y="241"/>
                    <a:pt x="471" y="251"/>
                  </a:cubicBezTo>
                  <a:cubicBezTo>
                    <a:pt x="471" y="260"/>
                    <a:pt x="464" y="267"/>
                    <a:pt x="455" y="267"/>
                  </a:cubicBezTo>
                  <a:close/>
                </a:path>
              </a:pathLst>
            </a:custGeom>
            <a:solidFill>
              <a:srgbClr val="FFA000">
                <a:alpha val="84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>
                <a:solidFill>
                  <a:srgbClr val="7030A0"/>
                </a:solidFill>
              </a:endParaRPr>
            </a:p>
          </p:txBody>
        </p:sp>
        <p:sp>
          <p:nvSpPr>
            <p:cNvPr id="62" name="Freeform 46"/>
            <p:cNvSpPr/>
            <p:nvPr>
              <p:custDataLst>
                <p:tags r:id="rId13"/>
              </p:custDataLst>
            </p:nvPr>
          </p:nvSpPr>
          <p:spPr bwMode="auto">
            <a:xfrm>
              <a:off x="966788" y="3043238"/>
              <a:ext cx="96838" cy="117475"/>
            </a:xfrm>
            <a:custGeom>
              <a:avLst/>
              <a:gdLst>
                <a:gd name="T0" fmla="*/ 16 w 33"/>
                <a:gd name="T1" fmla="*/ 40 h 40"/>
                <a:gd name="T2" fmla="*/ 33 w 33"/>
                <a:gd name="T3" fmla="*/ 24 h 40"/>
                <a:gd name="T4" fmla="*/ 33 w 33"/>
                <a:gd name="T5" fmla="*/ 0 h 40"/>
                <a:gd name="T6" fmla="*/ 16 w 33"/>
                <a:gd name="T7" fmla="*/ 0 h 40"/>
                <a:gd name="T8" fmla="*/ 0 w 33"/>
                <a:gd name="T9" fmla="*/ 0 h 40"/>
                <a:gd name="T10" fmla="*/ 0 w 33"/>
                <a:gd name="T11" fmla="*/ 24 h 40"/>
                <a:gd name="T12" fmla="*/ 16 w 33"/>
                <a:gd name="T1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40">
                  <a:moveTo>
                    <a:pt x="16" y="40"/>
                  </a:moveTo>
                  <a:cubicBezTo>
                    <a:pt x="25" y="40"/>
                    <a:pt x="33" y="33"/>
                    <a:pt x="33" y="24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27" y="0"/>
                    <a:pt x="22" y="0"/>
                    <a:pt x="16" y="0"/>
                  </a:cubicBezTo>
                  <a:cubicBezTo>
                    <a:pt x="11" y="0"/>
                    <a:pt x="5" y="0"/>
                    <a:pt x="0" y="0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33"/>
                    <a:pt x="7" y="40"/>
                    <a:pt x="16" y="40"/>
                  </a:cubicBezTo>
                  <a:close/>
                </a:path>
              </a:pathLst>
            </a:cu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>
                <a:solidFill>
                  <a:srgbClr val="7030A0"/>
                </a:solidFill>
              </a:endParaRPr>
            </a:p>
          </p:txBody>
        </p:sp>
        <p:sp>
          <p:nvSpPr>
            <p:cNvPr id="63" name="Freeform 47"/>
            <p:cNvSpPr/>
            <p:nvPr>
              <p:custDataLst>
                <p:tags r:id="rId14"/>
              </p:custDataLst>
            </p:nvPr>
          </p:nvSpPr>
          <p:spPr bwMode="auto">
            <a:xfrm>
              <a:off x="966788" y="4079875"/>
              <a:ext cx="96838" cy="115888"/>
            </a:xfrm>
            <a:custGeom>
              <a:avLst/>
              <a:gdLst>
                <a:gd name="T0" fmla="*/ 16 w 33"/>
                <a:gd name="T1" fmla="*/ 0 h 40"/>
                <a:gd name="T2" fmla="*/ 0 w 33"/>
                <a:gd name="T3" fmla="*/ 17 h 40"/>
                <a:gd name="T4" fmla="*/ 0 w 33"/>
                <a:gd name="T5" fmla="*/ 40 h 40"/>
                <a:gd name="T6" fmla="*/ 16 w 33"/>
                <a:gd name="T7" fmla="*/ 40 h 40"/>
                <a:gd name="T8" fmla="*/ 33 w 33"/>
                <a:gd name="T9" fmla="*/ 40 h 40"/>
                <a:gd name="T10" fmla="*/ 33 w 33"/>
                <a:gd name="T11" fmla="*/ 17 h 40"/>
                <a:gd name="T12" fmla="*/ 16 w 33"/>
                <a:gd name="T1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40">
                  <a:moveTo>
                    <a:pt x="16" y="0"/>
                  </a:moveTo>
                  <a:cubicBezTo>
                    <a:pt x="7" y="0"/>
                    <a:pt x="0" y="7"/>
                    <a:pt x="0" y="17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5" y="40"/>
                    <a:pt x="11" y="40"/>
                    <a:pt x="16" y="40"/>
                  </a:cubicBezTo>
                  <a:cubicBezTo>
                    <a:pt x="22" y="40"/>
                    <a:pt x="27" y="40"/>
                    <a:pt x="33" y="40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7"/>
                    <a:pt x="25" y="0"/>
                    <a:pt x="16" y="0"/>
                  </a:cubicBezTo>
                  <a:close/>
                </a:path>
              </a:pathLst>
            </a:cu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>
                <a:solidFill>
                  <a:srgbClr val="7030A0"/>
                </a:solidFill>
              </a:endParaRPr>
            </a:p>
          </p:txBody>
        </p:sp>
        <p:sp>
          <p:nvSpPr>
            <p:cNvPr id="64" name="Freeform 48"/>
            <p:cNvSpPr/>
            <p:nvPr>
              <p:custDataLst>
                <p:tags r:id="rId15"/>
              </p:custDataLst>
            </p:nvPr>
          </p:nvSpPr>
          <p:spPr bwMode="auto">
            <a:xfrm>
              <a:off x="434976" y="3571875"/>
              <a:ext cx="120650" cy="96838"/>
            </a:xfrm>
            <a:custGeom>
              <a:avLst/>
              <a:gdLst>
                <a:gd name="T0" fmla="*/ 41 w 41"/>
                <a:gd name="T1" fmla="*/ 17 h 33"/>
                <a:gd name="T2" fmla="*/ 24 w 41"/>
                <a:gd name="T3" fmla="*/ 0 h 33"/>
                <a:gd name="T4" fmla="*/ 1 w 41"/>
                <a:gd name="T5" fmla="*/ 0 h 33"/>
                <a:gd name="T6" fmla="*/ 0 w 41"/>
                <a:gd name="T7" fmla="*/ 17 h 33"/>
                <a:gd name="T8" fmla="*/ 1 w 41"/>
                <a:gd name="T9" fmla="*/ 33 h 33"/>
                <a:gd name="T10" fmla="*/ 24 w 41"/>
                <a:gd name="T11" fmla="*/ 33 h 33"/>
                <a:gd name="T12" fmla="*/ 41 w 41"/>
                <a:gd name="T13" fmla="*/ 17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33">
                  <a:moveTo>
                    <a:pt x="41" y="17"/>
                  </a:moveTo>
                  <a:cubicBezTo>
                    <a:pt x="41" y="7"/>
                    <a:pt x="33" y="0"/>
                    <a:pt x="24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6"/>
                    <a:pt x="0" y="11"/>
                    <a:pt x="0" y="17"/>
                  </a:cubicBezTo>
                  <a:cubicBezTo>
                    <a:pt x="0" y="22"/>
                    <a:pt x="1" y="28"/>
                    <a:pt x="1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33" y="33"/>
                    <a:pt x="41" y="26"/>
                    <a:pt x="41" y="17"/>
                  </a:cubicBezTo>
                  <a:close/>
                </a:path>
              </a:pathLst>
            </a:cu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>
                <a:solidFill>
                  <a:srgbClr val="7030A0"/>
                </a:solidFill>
              </a:endParaRPr>
            </a:p>
          </p:txBody>
        </p:sp>
        <p:sp>
          <p:nvSpPr>
            <p:cNvPr id="65" name="Freeform 49"/>
            <p:cNvSpPr/>
            <p:nvPr>
              <p:custDataLst>
                <p:tags r:id="rId16"/>
              </p:custDataLst>
            </p:nvPr>
          </p:nvSpPr>
          <p:spPr bwMode="auto">
            <a:xfrm>
              <a:off x="1474788" y="3571875"/>
              <a:ext cx="119063" cy="96838"/>
            </a:xfrm>
            <a:custGeom>
              <a:avLst/>
              <a:gdLst>
                <a:gd name="T0" fmla="*/ 39 w 40"/>
                <a:gd name="T1" fmla="*/ 0 h 33"/>
                <a:gd name="T2" fmla="*/ 16 w 40"/>
                <a:gd name="T3" fmla="*/ 0 h 33"/>
                <a:gd name="T4" fmla="*/ 0 w 40"/>
                <a:gd name="T5" fmla="*/ 17 h 33"/>
                <a:gd name="T6" fmla="*/ 16 w 40"/>
                <a:gd name="T7" fmla="*/ 33 h 33"/>
                <a:gd name="T8" fmla="*/ 39 w 40"/>
                <a:gd name="T9" fmla="*/ 33 h 33"/>
                <a:gd name="T10" fmla="*/ 40 w 40"/>
                <a:gd name="T11" fmla="*/ 17 h 33"/>
                <a:gd name="T12" fmla="*/ 39 w 40"/>
                <a:gd name="T13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" h="33">
                  <a:moveTo>
                    <a:pt x="39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7"/>
                  </a:cubicBezTo>
                  <a:cubicBezTo>
                    <a:pt x="0" y="26"/>
                    <a:pt x="7" y="33"/>
                    <a:pt x="16" y="33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40" y="28"/>
                    <a:pt x="40" y="22"/>
                    <a:pt x="40" y="17"/>
                  </a:cubicBezTo>
                  <a:cubicBezTo>
                    <a:pt x="40" y="11"/>
                    <a:pt x="40" y="6"/>
                    <a:pt x="39" y="0"/>
                  </a:cubicBezTo>
                  <a:close/>
                </a:path>
              </a:pathLst>
            </a:cu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>
                <a:solidFill>
                  <a:srgbClr val="7030A0"/>
                </a:solidFill>
              </a:endParaRPr>
            </a:p>
          </p:txBody>
        </p:sp>
        <p:sp>
          <p:nvSpPr>
            <p:cNvPr id="66" name="Oval 50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925513" y="3532188"/>
              <a:ext cx="176213" cy="174625"/>
            </a:xfrm>
            <a:prstGeom prst="ellipse">
              <a:avLst/>
            </a:pr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>
                <a:solidFill>
                  <a:srgbClr val="7030A0"/>
                </a:solidFill>
              </a:endParaRPr>
            </a:p>
          </p:txBody>
        </p:sp>
        <p:sp>
          <p:nvSpPr>
            <p:cNvPr id="67" name="Freeform 51"/>
            <p:cNvSpPr>
              <a:spLocks noEditPoints="1"/>
            </p:cNvSpPr>
            <p:nvPr>
              <p:custDataLst>
                <p:tags r:id="rId18"/>
              </p:custDataLst>
            </p:nvPr>
          </p:nvSpPr>
          <p:spPr bwMode="auto">
            <a:xfrm>
              <a:off x="652463" y="3254375"/>
              <a:ext cx="723900" cy="730250"/>
            </a:xfrm>
            <a:custGeom>
              <a:avLst/>
              <a:gdLst>
                <a:gd name="T0" fmla="*/ 106 w 246"/>
                <a:gd name="T1" fmla="*/ 86 h 249"/>
                <a:gd name="T2" fmla="*/ 109 w 246"/>
                <a:gd name="T3" fmla="*/ 89 h 249"/>
                <a:gd name="T4" fmla="*/ 123 w 246"/>
                <a:gd name="T5" fmla="*/ 86 h 249"/>
                <a:gd name="T6" fmla="*/ 162 w 246"/>
                <a:gd name="T7" fmla="*/ 125 h 249"/>
                <a:gd name="T8" fmla="*/ 159 w 246"/>
                <a:gd name="T9" fmla="*/ 139 h 249"/>
                <a:gd name="T10" fmla="*/ 162 w 246"/>
                <a:gd name="T11" fmla="*/ 142 h 249"/>
                <a:gd name="T12" fmla="*/ 246 w 246"/>
                <a:gd name="T13" fmla="*/ 0 h 249"/>
                <a:gd name="T14" fmla="*/ 106 w 246"/>
                <a:gd name="T15" fmla="*/ 86 h 249"/>
                <a:gd name="T16" fmla="*/ 123 w 246"/>
                <a:gd name="T17" fmla="*/ 163 h 249"/>
                <a:gd name="T18" fmla="*/ 84 w 246"/>
                <a:gd name="T19" fmla="*/ 125 h 249"/>
                <a:gd name="T20" fmla="*/ 87 w 246"/>
                <a:gd name="T21" fmla="*/ 110 h 249"/>
                <a:gd name="T22" fmla="*/ 85 w 246"/>
                <a:gd name="T23" fmla="*/ 107 h 249"/>
                <a:gd name="T24" fmla="*/ 0 w 246"/>
                <a:gd name="T25" fmla="*/ 249 h 249"/>
                <a:gd name="T26" fmla="*/ 140 w 246"/>
                <a:gd name="T27" fmla="*/ 163 h 249"/>
                <a:gd name="T28" fmla="*/ 138 w 246"/>
                <a:gd name="T29" fmla="*/ 160 h 249"/>
                <a:gd name="T30" fmla="*/ 123 w 246"/>
                <a:gd name="T31" fmla="*/ 163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6" h="249">
                  <a:moveTo>
                    <a:pt x="106" y="86"/>
                  </a:moveTo>
                  <a:cubicBezTo>
                    <a:pt x="109" y="89"/>
                    <a:pt x="109" y="89"/>
                    <a:pt x="109" y="89"/>
                  </a:cubicBezTo>
                  <a:cubicBezTo>
                    <a:pt x="113" y="87"/>
                    <a:pt x="118" y="86"/>
                    <a:pt x="123" y="86"/>
                  </a:cubicBezTo>
                  <a:cubicBezTo>
                    <a:pt x="145" y="86"/>
                    <a:pt x="162" y="103"/>
                    <a:pt x="162" y="125"/>
                  </a:cubicBezTo>
                  <a:cubicBezTo>
                    <a:pt x="162" y="130"/>
                    <a:pt x="161" y="135"/>
                    <a:pt x="159" y="139"/>
                  </a:cubicBezTo>
                  <a:cubicBezTo>
                    <a:pt x="162" y="142"/>
                    <a:pt x="162" y="142"/>
                    <a:pt x="162" y="142"/>
                  </a:cubicBezTo>
                  <a:cubicBezTo>
                    <a:pt x="246" y="0"/>
                    <a:pt x="246" y="0"/>
                    <a:pt x="246" y="0"/>
                  </a:cubicBezTo>
                  <a:lnTo>
                    <a:pt x="106" y="86"/>
                  </a:lnTo>
                  <a:close/>
                  <a:moveTo>
                    <a:pt x="123" y="163"/>
                  </a:moveTo>
                  <a:cubicBezTo>
                    <a:pt x="102" y="163"/>
                    <a:pt x="84" y="146"/>
                    <a:pt x="84" y="125"/>
                  </a:cubicBezTo>
                  <a:cubicBezTo>
                    <a:pt x="84" y="119"/>
                    <a:pt x="86" y="114"/>
                    <a:pt x="87" y="110"/>
                  </a:cubicBezTo>
                  <a:cubicBezTo>
                    <a:pt x="85" y="107"/>
                    <a:pt x="85" y="107"/>
                    <a:pt x="85" y="107"/>
                  </a:cubicBezTo>
                  <a:cubicBezTo>
                    <a:pt x="0" y="249"/>
                    <a:pt x="0" y="249"/>
                    <a:pt x="0" y="249"/>
                  </a:cubicBezTo>
                  <a:cubicBezTo>
                    <a:pt x="140" y="163"/>
                    <a:pt x="140" y="163"/>
                    <a:pt x="140" y="163"/>
                  </a:cubicBezTo>
                  <a:cubicBezTo>
                    <a:pt x="138" y="160"/>
                    <a:pt x="138" y="160"/>
                    <a:pt x="138" y="160"/>
                  </a:cubicBezTo>
                  <a:cubicBezTo>
                    <a:pt x="133" y="162"/>
                    <a:pt x="128" y="163"/>
                    <a:pt x="123" y="163"/>
                  </a:cubicBezTo>
                  <a:close/>
                </a:path>
              </a:pathLst>
            </a:custGeom>
            <a:solidFill>
              <a:srgbClr val="23A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>
                <a:solidFill>
                  <a:srgbClr val="7030A0"/>
                </a:solidFill>
              </a:endParaRPr>
            </a:p>
          </p:txBody>
        </p:sp>
        <p:sp>
          <p:nvSpPr>
            <p:cNvPr id="68" name="Freeform 52"/>
            <p:cNvSpPr/>
            <p:nvPr>
              <p:custDataLst>
                <p:tags r:id="rId19"/>
              </p:custDataLst>
            </p:nvPr>
          </p:nvSpPr>
          <p:spPr bwMode="auto">
            <a:xfrm>
              <a:off x="935038" y="2698750"/>
              <a:ext cx="158750" cy="158750"/>
            </a:xfrm>
            <a:custGeom>
              <a:avLst/>
              <a:gdLst>
                <a:gd name="T0" fmla="*/ 27 w 54"/>
                <a:gd name="T1" fmla="*/ 0 h 54"/>
                <a:gd name="T2" fmla="*/ 0 w 54"/>
                <a:gd name="T3" fmla="*/ 27 h 54"/>
                <a:gd name="T4" fmla="*/ 0 w 54"/>
                <a:gd name="T5" fmla="*/ 54 h 54"/>
                <a:gd name="T6" fmla="*/ 29 w 54"/>
                <a:gd name="T7" fmla="*/ 52 h 54"/>
                <a:gd name="T8" fmla="*/ 29 w 54"/>
                <a:gd name="T9" fmla="*/ 52 h 54"/>
                <a:gd name="T10" fmla="*/ 54 w 54"/>
                <a:gd name="T11" fmla="*/ 53 h 54"/>
                <a:gd name="T12" fmla="*/ 54 w 54"/>
                <a:gd name="T13" fmla="*/ 27 h 54"/>
                <a:gd name="T14" fmla="*/ 27 w 54"/>
                <a:gd name="T1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54">
                  <a:moveTo>
                    <a:pt x="27" y="0"/>
                  </a:moveTo>
                  <a:cubicBezTo>
                    <a:pt x="12" y="0"/>
                    <a:pt x="0" y="12"/>
                    <a:pt x="0" y="27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10" y="53"/>
                    <a:pt x="1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38" y="52"/>
                    <a:pt x="46" y="52"/>
                    <a:pt x="54" y="53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12"/>
                    <a:pt x="42" y="0"/>
                    <a:pt x="27" y="0"/>
                  </a:cubicBezTo>
                  <a:close/>
                </a:path>
              </a:pathLst>
            </a:custGeom>
            <a:solidFill>
              <a:srgbClr val="A6C8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>
                <a:solidFill>
                  <a:srgbClr val="7030A0"/>
                </a:solidFill>
              </a:endParaRPr>
            </a:p>
          </p:txBody>
        </p:sp>
      </p:grpSp>
      <p:sp>
        <p:nvSpPr>
          <p:cNvPr id="69" name="TextBox 68"/>
          <p:cNvSpPr txBox="1"/>
          <p:nvPr>
            <p:custDataLst>
              <p:tags r:id="rId20"/>
            </p:custDataLst>
          </p:nvPr>
        </p:nvSpPr>
        <p:spPr>
          <a:xfrm>
            <a:off x="6019817" y="1865189"/>
            <a:ext cx="493406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7030A0"/>
                </a:solidFill>
              </a:rPr>
              <a:t>检索增强生成</a:t>
            </a:r>
            <a:endParaRPr lang="zh-CN" sz="3200" b="1" dirty="0">
              <a:solidFill>
                <a:srgbClr val="7030A0"/>
              </a:solidFill>
            </a:endParaRPr>
          </a:p>
        </p:txBody>
      </p:sp>
      <p:sp>
        <p:nvSpPr>
          <p:cNvPr id="2" name="TextBox 68"/>
          <p:cNvSpPr txBox="1"/>
          <p:nvPr>
            <p:custDataLst>
              <p:tags r:id="rId21"/>
            </p:custDataLst>
          </p:nvPr>
        </p:nvSpPr>
        <p:spPr>
          <a:xfrm>
            <a:off x="6019817" y="933644"/>
            <a:ext cx="493406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7030A0"/>
                </a:solidFill>
              </a:rPr>
              <a:t>记忆系统</a:t>
            </a:r>
            <a:endParaRPr lang="zh-CN" altLang="en-US" sz="3200" b="1" dirty="0">
              <a:solidFill>
                <a:srgbClr val="7030A0"/>
              </a:solidFill>
            </a:endParaRPr>
          </a:p>
        </p:txBody>
      </p:sp>
      <p:grpSp>
        <p:nvGrpSpPr>
          <p:cNvPr id="13" name="组合 12"/>
          <p:cNvGrpSpPr/>
          <p:nvPr>
            <p:custDataLst>
              <p:tags r:id="rId22"/>
            </p:custDataLst>
          </p:nvPr>
        </p:nvGrpSpPr>
        <p:grpSpPr>
          <a:xfrm>
            <a:off x="5276048" y="2705250"/>
            <a:ext cx="549719" cy="617843"/>
            <a:chOff x="279401" y="2698750"/>
            <a:chExt cx="1473200" cy="1655763"/>
          </a:xfrm>
        </p:grpSpPr>
        <p:sp>
          <p:nvSpPr>
            <p:cNvPr id="14" name="Freeform 45"/>
            <p:cNvSpPr>
              <a:spLocks noEditPoints="1"/>
            </p:cNvSpPr>
            <p:nvPr>
              <p:custDataLst>
                <p:tags r:id="rId23"/>
              </p:custDataLst>
            </p:nvPr>
          </p:nvSpPr>
          <p:spPr bwMode="auto">
            <a:xfrm>
              <a:off x="279401" y="2884488"/>
              <a:ext cx="1473200" cy="1470025"/>
            </a:xfrm>
            <a:custGeom>
              <a:avLst/>
              <a:gdLst>
                <a:gd name="T0" fmla="*/ 250 w 501"/>
                <a:gd name="T1" fmla="*/ 0 h 501"/>
                <a:gd name="T2" fmla="*/ 0 w 501"/>
                <a:gd name="T3" fmla="*/ 251 h 501"/>
                <a:gd name="T4" fmla="*/ 250 w 501"/>
                <a:gd name="T5" fmla="*/ 501 h 501"/>
                <a:gd name="T6" fmla="*/ 501 w 501"/>
                <a:gd name="T7" fmla="*/ 251 h 501"/>
                <a:gd name="T8" fmla="*/ 250 w 501"/>
                <a:gd name="T9" fmla="*/ 0 h 501"/>
                <a:gd name="T10" fmla="*/ 455 w 501"/>
                <a:gd name="T11" fmla="*/ 267 h 501"/>
                <a:gd name="T12" fmla="*/ 446 w 501"/>
                <a:gd name="T13" fmla="*/ 267 h 501"/>
                <a:gd name="T14" fmla="*/ 389 w 501"/>
                <a:gd name="T15" fmla="*/ 390 h 501"/>
                <a:gd name="T16" fmla="*/ 267 w 501"/>
                <a:gd name="T17" fmla="*/ 447 h 501"/>
                <a:gd name="T18" fmla="*/ 267 w 501"/>
                <a:gd name="T19" fmla="*/ 455 h 501"/>
                <a:gd name="T20" fmla="*/ 250 w 501"/>
                <a:gd name="T21" fmla="*/ 471 h 501"/>
                <a:gd name="T22" fmla="*/ 234 w 501"/>
                <a:gd name="T23" fmla="*/ 455 h 501"/>
                <a:gd name="T24" fmla="*/ 234 w 501"/>
                <a:gd name="T25" fmla="*/ 447 h 501"/>
                <a:gd name="T26" fmla="*/ 111 w 501"/>
                <a:gd name="T27" fmla="*/ 390 h 501"/>
                <a:gd name="T28" fmla="*/ 54 w 501"/>
                <a:gd name="T29" fmla="*/ 267 h 501"/>
                <a:gd name="T30" fmla="*/ 46 w 501"/>
                <a:gd name="T31" fmla="*/ 267 h 501"/>
                <a:gd name="T32" fmla="*/ 30 w 501"/>
                <a:gd name="T33" fmla="*/ 251 h 501"/>
                <a:gd name="T34" fmla="*/ 46 w 501"/>
                <a:gd name="T35" fmla="*/ 234 h 501"/>
                <a:gd name="T36" fmla="*/ 54 w 501"/>
                <a:gd name="T37" fmla="*/ 234 h 501"/>
                <a:gd name="T38" fmla="*/ 111 w 501"/>
                <a:gd name="T39" fmla="*/ 111 h 501"/>
                <a:gd name="T40" fmla="*/ 234 w 501"/>
                <a:gd name="T41" fmla="*/ 54 h 501"/>
                <a:gd name="T42" fmla="*/ 234 w 501"/>
                <a:gd name="T43" fmla="*/ 46 h 501"/>
                <a:gd name="T44" fmla="*/ 250 w 501"/>
                <a:gd name="T45" fmla="*/ 30 h 501"/>
                <a:gd name="T46" fmla="*/ 267 w 501"/>
                <a:gd name="T47" fmla="*/ 46 h 501"/>
                <a:gd name="T48" fmla="*/ 267 w 501"/>
                <a:gd name="T49" fmla="*/ 54 h 501"/>
                <a:gd name="T50" fmla="*/ 389 w 501"/>
                <a:gd name="T51" fmla="*/ 111 h 501"/>
                <a:gd name="T52" fmla="*/ 446 w 501"/>
                <a:gd name="T53" fmla="*/ 234 h 501"/>
                <a:gd name="T54" fmla="*/ 455 w 501"/>
                <a:gd name="T55" fmla="*/ 234 h 501"/>
                <a:gd name="T56" fmla="*/ 471 w 501"/>
                <a:gd name="T57" fmla="*/ 251 h 501"/>
                <a:gd name="T58" fmla="*/ 455 w 501"/>
                <a:gd name="T59" fmla="*/ 267 h 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01" h="501">
                  <a:moveTo>
                    <a:pt x="250" y="0"/>
                  </a:moveTo>
                  <a:cubicBezTo>
                    <a:pt x="112" y="0"/>
                    <a:pt x="0" y="112"/>
                    <a:pt x="0" y="251"/>
                  </a:cubicBezTo>
                  <a:cubicBezTo>
                    <a:pt x="0" y="389"/>
                    <a:pt x="112" y="501"/>
                    <a:pt x="250" y="501"/>
                  </a:cubicBezTo>
                  <a:cubicBezTo>
                    <a:pt x="389" y="501"/>
                    <a:pt x="501" y="389"/>
                    <a:pt x="501" y="251"/>
                  </a:cubicBezTo>
                  <a:cubicBezTo>
                    <a:pt x="501" y="112"/>
                    <a:pt x="389" y="0"/>
                    <a:pt x="250" y="0"/>
                  </a:cubicBezTo>
                  <a:close/>
                  <a:moveTo>
                    <a:pt x="455" y="267"/>
                  </a:moveTo>
                  <a:cubicBezTo>
                    <a:pt x="446" y="267"/>
                    <a:pt x="446" y="267"/>
                    <a:pt x="446" y="267"/>
                  </a:cubicBezTo>
                  <a:cubicBezTo>
                    <a:pt x="442" y="315"/>
                    <a:pt x="421" y="358"/>
                    <a:pt x="389" y="390"/>
                  </a:cubicBezTo>
                  <a:cubicBezTo>
                    <a:pt x="357" y="422"/>
                    <a:pt x="315" y="443"/>
                    <a:pt x="267" y="447"/>
                  </a:cubicBezTo>
                  <a:cubicBezTo>
                    <a:pt x="267" y="455"/>
                    <a:pt x="267" y="455"/>
                    <a:pt x="267" y="455"/>
                  </a:cubicBezTo>
                  <a:cubicBezTo>
                    <a:pt x="267" y="464"/>
                    <a:pt x="259" y="471"/>
                    <a:pt x="250" y="471"/>
                  </a:cubicBezTo>
                  <a:cubicBezTo>
                    <a:pt x="241" y="471"/>
                    <a:pt x="234" y="464"/>
                    <a:pt x="234" y="455"/>
                  </a:cubicBezTo>
                  <a:cubicBezTo>
                    <a:pt x="234" y="447"/>
                    <a:pt x="234" y="447"/>
                    <a:pt x="234" y="447"/>
                  </a:cubicBezTo>
                  <a:cubicBezTo>
                    <a:pt x="186" y="443"/>
                    <a:pt x="143" y="422"/>
                    <a:pt x="111" y="390"/>
                  </a:cubicBezTo>
                  <a:cubicBezTo>
                    <a:pt x="79" y="358"/>
                    <a:pt x="58" y="315"/>
                    <a:pt x="54" y="267"/>
                  </a:cubicBezTo>
                  <a:cubicBezTo>
                    <a:pt x="46" y="267"/>
                    <a:pt x="46" y="267"/>
                    <a:pt x="46" y="267"/>
                  </a:cubicBezTo>
                  <a:cubicBezTo>
                    <a:pt x="37" y="267"/>
                    <a:pt x="30" y="260"/>
                    <a:pt x="30" y="251"/>
                  </a:cubicBezTo>
                  <a:cubicBezTo>
                    <a:pt x="30" y="241"/>
                    <a:pt x="37" y="234"/>
                    <a:pt x="46" y="234"/>
                  </a:cubicBezTo>
                  <a:cubicBezTo>
                    <a:pt x="54" y="234"/>
                    <a:pt x="54" y="234"/>
                    <a:pt x="54" y="234"/>
                  </a:cubicBezTo>
                  <a:cubicBezTo>
                    <a:pt x="58" y="186"/>
                    <a:pt x="79" y="143"/>
                    <a:pt x="111" y="111"/>
                  </a:cubicBezTo>
                  <a:cubicBezTo>
                    <a:pt x="143" y="79"/>
                    <a:pt x="186" y="58"/>
                    <a:pt x="234" y="54"/>
                  </a:cubicBezTo>
                  <a:cubicBezTo>
                    <a:pt x="234" y="46"/>
                    <a:pt x="234" y="46"/>
                    <a:pt x="234" y="46"/>
                  </a:cubicBezTo>
                  <a:cubicBezTo>
                    <a:pt x="234" y="37"/>
                    <a:pt x="241" y="30"/>
                    <a:pt x="250" y="30"/>
                  </a:cubicBezTo>
                  <a:cubicBezTo>
                    <a:pt x="259" y="30"/>
                    <a:pt x="267" y="37"/>
                    <a:pt x="267" y="46"/>
                  </a:cubicBezTo>
                  <a:cubicBezTo>
                    <a:pt x="267" y="54"/>
                    <a:pt x="267" y="54"/>
                    <a:pt x="267" y="54"/>
                  </a:cubicBezTo>
                  <a:cubicBezTo>
                    <a:pt x="315" y="58"/>
                    <a:pt x="357" y="79"/>
                    <a:pt x="389" y="111"/>
                  </a:cubicBezTo>
                  <a:cubicBezTo>
                    <a:pt x="421" y="143"/>
                    <a:pt x="442" y="186"/>
                    <a:pt x="446" y="234"/>
                  </a:cubicBezTo>
                  <a:cubicBezTo>
                    <a:pt x="455" y="234"/>
                    <a:pt x="455" y="234"/>
                    <a:pt x="455" y="234"/>
                  </a:cubicBezTo>
                  <a:cubicBezTo>
                    <a:pt x="464" y="234"/>
                    <a:pt x="471" y="241"/>
                    <a:pt x="471" y="251"/>
                  </a:cubicBezTo>
                  <a:cubicBezTo>
                    <a:pt x="471" y="260"/>
                    <a:pt x="464" y="267"/>
                    <a:pt x="455" y="267"/>
                  </a:cubicBezTo>
                  <a:close/>
                </a:path>
              </a:pathLst>
            </a:custGeom>
            <a:solidFill>
              <a:srgbClr val="FFA000">
                <a:alpha val="84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>
                <a:solidFill>
                  <a:srgbClr val="7030A0"/>
                </a:solidFill>
              </a:endParaRPr>
            </a:p>
          </p:txBody>
        </p:sp>
        <p:sp>
          <p:nvSpPr>
            <p:cNvPr id="15" name="Freeform 46"/>
            <p:cNvSpPr/>
            <p:nvPr>
              <p:custDataLst>
                <p:tags r:id="rId24"/>
              </p:custDataLst>
            </p:nvPr>
          </p:nvSpPr>
          <p:spPr bwMode="auto">
            <a:xfrm>
              <a:off x="966788" y="3043238"/>
              <a:ext cx="96838" cy="117475"/>
            </a:xfrm>
            <a:custGeom>
              <a:avLst/>
              <a:gdLst>
                <a:gd name="T0" fmla="*/ 16 w 33"/>
                <a:gd name="T1" fmla="*/ 40 h 40"/>
                <a:gd name="T2" fmla="*/ 33 w 33"/>
                <a:gd name="T3" fmla="*/ 24 h 40"/>
                <a:gd name="T4" fmla="*/ 33 w 33"/>
                <a:gd name="T5" fmla="*/ 0 h 40"/>
                <a:gd name="T6" fmla="*/ 16 w 33"/>
                <a:gd name="T7" fmla="*/ 0 h 40"/>
                <a:gd name="T8" fmla="*/ 0 w 33"/>
                <a:gd name="T9" fmla="*/ 0 h 40"/>
                <a:gd name="T10" fmla="*/ 0 w 33"/>
                <a:gd name="T11" fmla="*/ 24 h 40"/>
                <a:gd name="T12" fmla="*/ 16 w 33"/>
                <a:gd name="T1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40">
                  <a:moveTo>
                    <a:pt x="16" y="40"/>
                  </a:moveTo>
                  <a:cubicBezTo>
                    <a:pt x="25" y="40"/>
                    <a:pt x="33" y="33"/>
                    <a:pt x="33" y="24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27" y="0"/>
                    <a:pt x="22" y="0"/>
                    <a:pt x="16" y="0"/>
                  </a:cubicBezTo>
                  <a:cubicBezTo>
                    <a:pt x="11" y="0"/>
                    <a:pt x="5" y="0"/>
                    <a:pt x="0" y="0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33"/>
                    <a:pt x="7" y="40"/>
                    <a:pt x="16" y="40"/>
                  </a:cubicBezTo>
                  <a:close/>
                </a:path>
              </a:pathLst>
            </a:cu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>
                <a:solidFill>
                  <a:srgbClr val="7030A0"/>
                </a:solidFill>
              </a:endParaRPr>
            </a:p>
          </p:txBody>
        </p:sp>
        <p:sp>
          <p:nvSpPr>
            <p:cNvPr id="16" name="Freeform 47"/>
            <p:cNvSpPr/>
            <p:nvPr>
              <p:custDataLst>
                <p:tags r:id="rId25"/>
              </p:custDataLst>
            </p:nvPr>
          </p:nvSpPr>
          <p:spPr bwMode="auto">
            <a:xfrm>
              <a:off x="966788" y="4079875"/>
              <a:ext cx="96838" cy="115888"/>
            </a:xfrm>
            <a:custGeom>
              <a:avLst/>
              <a:gdLst>
                <a:gd name="T0" fmla="*/ 16 w 33"/>
                <a:gd name="T1" fmla="*/ 0 h 40"/>
                <a:gd name="T2" fmla="*/ 0 w 33"/>
                <a:gd name="T3" fmla="*/ 17 h 40"/>
                <a:gd name="T4" fmla="*/ 0 w 33"/>
                <a:gd name="T5" fmla="*/ 40 h 40"/>
                <a:gd name="T6" fmla="*/ 16 w 33"/>
                <a:gd name="T7" fmla="*/ 40 h 40"/>
                <a:gd name="T8" fmla="*/ 33 w 33"/>
                <a:gd name="T9" fmla="*/ 40 h 40"/>
                <a:gd name="T10" fmla="*/ 33 w 33"/>
                <a:gd name="T11" fmla="*/ 17 h 40"/>
                <a:gd name="T12" fmla="*/ 16 w 33"/>
                <a:gd name="T1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40">
                  <a:moveTo>
                    <a:pt x="16" y="0"/>
                  </a:moveTo>
                  <a:cubicBezTo>
                    <a:pt x="7" y="0"/>
                    <a:pt x="0" y="7"/>
                    <a:pt x="0" y="17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5" y="40"/>
                    <a:pt x="11" y="40"/>
                    <a:pt x="16" y="40"/>
                  </a:cubicBezTo>
                  <a:cubicBezTo>
                    <a:pt x="22" y="40"/>
                    <a:pt x="27" y="40"/>
                    <a:pt x="33" y="40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7"/>
                    <a:pt x="25" y="0"/>
                    <a:pt x="16" y="0"/>
                  </a:cubicBezTo>
                  <a:close/>
                </a:path>
              </a:pathLst>
            </a:cu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>
                <a:solidFill>
                  <a:srgbClr val="7030A0"/>
                </a:solidFill>
              </a:endParaRPr>
            </a:p>
          </p:txBody>
        </p:sp>
        <p:sp>
          <p:nvSpPr>
            <p:cNvPr id="17" name="Freeform 48"/>
            <p:cNvSpPr/>
            <p:nvPr>
              <p:custDataLst>
                <p:tags r:id="rId26"/>
              </p:custDataLst>
            </p:nvPr>
          </p:nvSpPr>
          <p:spPr bwMode="auto">
            <a:xfrm>
              <a:off x="434976" y="3571875"/>
              <a:ext cx="120650" cy="96838"/>
            </a:xfrm>
            <a:custGeom>
              <a:avLst/>
              <a:gdLst>
                <a:gd name="T0" fmla="*/ 41 w 41"/>
                <a:gd name="T1" fmla="*/ 17 h 33"/>
                <a:gd name="T2" fmla="*/ 24 w 41"/>
                <a:gd name="T3" fmla="*/ 0 h 33"/>
                <a:gd name="T4" fmla="*/ 1 w 41"/>
                <a:gd name="T5" fmla="*/ 0 h 33"/>
                <a:gd name="T6" fmla="*/ 0 w 41"/>
                <a:gd name="T7" fmla="*/ 17 h 33"/>
                <a:gd name="T8" fmla="*/ 1 w 41"/>
                <a:gd name="T9" fmla="*/ 33 h 33"/>
                <a:gd name="T10" fmla="*/ 24 w 41"/>
                <a:gd name="T11" fmla="*/ 33 h 33"/>
                <a:gd name="T12" fmla="*/ 41 w 41"/>
                <a:gd name="T13" fmla="*/ 17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33">
                  <a:moveTo>
                    <a:pt x="41" y="17"/>
                  </a:moveTo>
                  <a:cubicBezTo>
                    <a:pt x="41" y="7"/>
                    <a:pt x="33" y="0"/>
                    <a:pt x="24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6"/>
                    <a:pt x="0" y="11"/>
                    <a:pt x="0" y="17"/>
                  </a:cubicBezTo>
                  <a:cubicBezTo>
                    <a:pt x="0" y="22"/>
                    <a:pt x="1" y="28"/>
                    <a:pt x="1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33" y="33"/>
                    <a:pt x="41" y="26"/>
                    <a:pt x="41" y="17"/>
                  </a:cubicBezTo>
                  <a:close/>
                </a:path>
              </a:pathLst>
            </a:cu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>
                <a:solidFill>
                  <a:srgbClr val="7030A0"/>
                </a:solidFill>
              </a:endParaRPr>
            </a:p>
          </p:txBody>
        </p:sp>
        <p:sp>
          <p:nvSpPr>
            <p:cNvPr id="18" name="Freeform 49"/>
            <p:cNvSpPr/>
            <p:nvPr>
              <p:custDataLst>
                <p:tags r:id="rId27"/>
              </p:custDataLst>
            </p:nvPr>
          </p:nvSpPr>
          <p:spPr bwMode="auto">
            <a:xfrm>
              <a:off x="1474788" y="3571875"/>
              <a:ext cx="119063" cy="96838"/>
            </a:xfrm>
            <a:custGeom>
              <a:avLst/>
              <a:gdLst>
                <a:gd name="T0" fmla="*/ 39 w 40"/>
                <a:gd name="T1" fmla="*/ 0 h 33"/>
                <a:gd name="T2" fmla="*/ 16 w 40"/>
                <a:gd name="T3" fmla="*/ 0 h 33"/>
                <a:gd name="T4" fmla="*/ 0 w 40"/>
                <a:gd name="T5" fmla="*/ 17 h 33"/>
                <a:gd name="T6" fmla="*/ 16 w 40"/>
                <a:gd name="T7" fmla="*/ 33 h 33"/>
                <a:gd name="T8" fmla="*/ 39 w 40"/>
                <a:gd name="T9" fmla="*/ 33 h 33"/>
                <a:gd name="T10" fmla="*/ 40 w 40"/>
                <a:gd name="T11" fmla="*/ 17 h 33"/>
                <a:gd name="T12" fmla="*/ 39 w 40"/>
                <a:gd name="T13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" h="33">
                  <a:moveTo>
                    <a:pt x="39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7"/>
                  </a:cubicBezTo>
                  <a:cubicBezTo>
                    <a:pt x="0" y="26"/>
                    <a:pt x="7" y="33"/>
                    <a:pt x="16" y="33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40" y="28"/>
                    <a:pt x="40" y="22"/>
                    <a:pt x="40" y="17"/>
                  </a:cubicBezTo>
                  <a:cubicBezTo>
                    <a:pt x="40" y="11"/>
                    <a:pt x="40" y="6"/>
                    <a:pt x="39" y="0"/>
                  </a:cubicBezTo>
                  <a:close/>
                </a:path>
              </a:pathLst>
            </a:cu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>
                <a:solidFill>
                  <a:srgbClr val="7030A0"/>
                </a:solidFill>
              </a:endParaRPr>
            </a:p>
          </p:txBody>
        </p:sp>
        <p:sp>
          <p:nvSpPr>
            <p:cNvPr id="19" name="Oval 50"/>
            <p:cNvSpPr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925513" y="3532188"/>
              <a:ext cx="176213" cy="174625"/>
            </a:xfrm>
            <a:prstGeom prst="ellipse">
              <a:avLst/>
            </a:pr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>
                <a:solidFill>
                  <a:srgbClr val="7030A0"/>
                </a:solidFill>
              </a:endParaRPr>
            </a:p>
          </p:txBody>
        </p:sp>
        <p:sp>
          <p:nvSpPr>
            <p:cNvPr id="20" name="Freeform 51"/>
            <p:cNvSpPr>
              <a:spLocks noEditPoints="1"/>
            </p:cNvSpPr>
            <p:nvPr>
              <p:custDataLst>
                <p:tags r:id="rId29"/>
              </p:custDataLst>
            </p:nvPr>
          </p:nvSpPr>
          <p:spPr bwMode="auto">
            <a:xfrm>
              <a:off x="652463" y="3254375"/>
              <a:ext cx="723900" cy="730250"/>
            </a:xfrm>
            <a:custGeom>
              <a:avLst/>
              <a:gdLst>
                <a:gd name="T0" fmla="*/ 106 w 246"/>
                <a:gd name="T1" fmla="*/ 86 h 249"/>
                <a:gd name="T2" fmla="*/ 109 w 246"/>
                <a:gd name="T3" fmla="*/ 89 h 249"/>
                <a:gd name="T4" fmla="*/ 123 w 246"/>
                <a:gd name="T5" fmla="*/ 86 h 249"/>
                <a:gd name="T6" fmla="*/ 162 w 246"/>
                <a:gd name="T7" fmla="*/ 125 h 249"/>
                <a:gd name="T8" fmla="*/ 159 w 246"/>
                <a:gd name="T9" fmla="*/ 139 h 249"/>
                <a:gd name="T10" fmla="*/ 162 w 246"/>
                <a:gd name="T11" fmla="*/ 142 h 249"/>
                <a:gd name="T12" fmla="*/ 246 w 246"/>
                <a:gd name="T13" fmla="*/ 0 h 249"/>
                <a:gd name="T14" fmla="*/ 106 w 246"/>
                <a:gd name="T15" fmla="*/ 86 h 249"/>
                <a:gd name="T16" fmla="*/ 123 w 246"/>
                <a:gd name="T17" fmla="*/ 163 h 249"/>
                <a:gd name="T18" fmla="*/ 84 w 246"/>
                <a:gd name="T19" fmla="*/ 125 h 249"/>
                <a:gd name="T20" fmla="*/ 87 w 246"/>
                <a:gd name="T21" fmla="*/ 110 h 249"/>
                <a:gd name="T22" fmla="*/ 85 w 246"/>
                <a:gd name="T23" fmla="*/ 107 h 249"/>
                <a:gd name="T24" fmla="*/ 0 w 246"/>
                <a:gd name="T25" fmla="*/ 249 h 249"/>
                <a:gd name="T26" fmla="*/ 140 w 246"/>
                <a:gd name="T27" fmla="*/ 163 h 249"/>
                <a:gd name="T28" fmla="*/ 138 w 246"/>
                <a:gd name="T29" fmla="*/ 160 h 249"/>
                <a:gd name="T30" fmla="*/ 123 w 246"/>
                <a:gd name="T31" fmla="*/ 163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6" h="249">
                  <a:moveTo>
                    <a:pt x="106" y="86"/>
                  </a:moveTo>
                  <a:cubicBezTo>
                    <a:pt x="109" y="89"/>
                    <a:pt x="109" y="89"/>
                    <a:pt x="109" y="89"/>
                  </a:cubicBezTo>
                  <a:cubicBezTo>
                    <a:pt x="113" y="87"/>
                    <a:pt x="118" y="86"/>
                    <a:pt x="123" y="86"/>
                  </a:cubicBezTo>
                  <a:cubicBezTo>
                    <a:pt x="145" y="86"/>
                    <a:pt x="162" y="103"/>
                    <a:pt x="162" y="125"/>
                  </a:cubicBezTo>
                  <a:cubicBezTo>
                    <a:pt x="162" y="130"/>
                    <a:pt x="161" y="135"/>
                    <a:pt x="159" y="139"/>
                  </a:cubicBezTo>
                  <a:cubicBezTo>
                    <a:pt x="162" y="142"/>
                    <a:pt x="162" y="142"/>
                    <a:pt x="162" y="142"/>
                  </a:cubicBezTo>
                  <a:cubicBezTo>
                    <a:pt x="246" y="0"/>
                    <a:pt x="246" y="0"/>
                    <a:pt x="246" y="0"/>
                  </a:cubicBezTo>
                  <a:lnTo>
                    <a:pt x="106" y="86"/>
                  </a:lnTo>
                  <a:close/>
                  <a:moveTo>
                    <a:pt x="123" y="163"/>
                  </a:moveTo>
                  <a:cubicBezTo>
                    <a:pt x="102" y="163"/>
                    <a:pt x="84" y="146"/>
                    <a:pt x="84" y="125"/>
                  </a:cubicBezTo>
                  <a:cubicBezTo>
                    <a:pt x="84" y="119"/>
                    <a:pt x="86" y="114"/>
                    <a:pt x="87" y="110"/>
                  </a:cubicBezTo>
                  <a:cubicBezTo>
                    <a:pt x="85" y="107"/>
                    <a:pt x="85" y="107"/>
                    <a:pt x="85" y="107"/>
                  </a:cubicBezTo>
                  <a:cubicBezTo>
                    <a:pt x="0" y="249"/>
                    <a:pt x="0" y="249"/>
                    <a:pt x="0" y="249"/>
                  </a:cubicBezTo>
                  <a:cubicBezTo>
                    <a:pt x="140" y="163"/>
                    <a:pt x="140" y="163"/>
                    <a:pt x="140" y="163"/>
                  </a:cubicBezTo>
                  <a:cubicBezTo>
                    <a:pt x="138" y="160"/>
                    <a:pt x="138" y="160"/>
                    <a:pt x="138" y="160"/>
                  </a:cubicBezTo>
                  <a:cubicBezTo>
                    <a:pt x="133" y="162"/>
                    <a:pt x="128" y="163"/>
                    <a:pt x="123" y="163"/>
                  </a:cubicBezTo>
                  <a:close/>
                </a:path>
              </a:pathLst>
            </a:custGeom>
            <a:solidFill>
              <a:srgbClr val="23A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>
                <a:solidFill>
                  <a:srgbClr val="7030A0"/>
                </a:solidFill>
              </a:endParaRPr>
            </a:p>
          </p:txBody>
        </p:sp>
        <p:sp>
          <p:nvSpPr>
            <p:cNvPr id="21" name="Freeform 52"/>
            <p:cNvSpPr/>
            <p:nvPr>
              <p:custDataLst>
                <p:tags r:id="rId30"/>
              </p:custDataLst>
            </p:nvPr>
          </p:nvSpPr>
          <p:spPr bwMode="auto">
            <a:xfrm>
              <a:off x="935038" y="2698750"/>
              <a:ext cx="158750" cy="158750"/>
            </a:xfrm>
            <a:custGeom>
              <a:avLst/>
              <a:gdLst>
                <a:gd name="T0" fmla="*/ 27 w 54"/>
                <a:gd name="T1" fmla="*/ 0 h 54"/>
                <a:gd name="T2" fmla="*/ 0 w 54"/>
                <a:gd name="T3" fmla="*/ 27 h 54"/>
                <a:gd name="T4" fmla="*/ 0 w 54"/>
                <a:gd name="T5" fmla="*/ 54 h 54"/>
                <a:gd name="T6" fmla="*/ 29 w 54"/>
                <a:gd name="T7" fmla="*/ 52 h 54"/>
                <a:gd name="T8" fmla="*/ 29 w 54"/>
                <a:gd name="T9" fmla="*/ 52 h 54"/>
                <a:gd name="T10" fmla="*/ 54 w 54"/>
                <a:gd name="T11" fmla="*/ 53 h 54"/>
                <a:gd name="T12" fmla="*/ 54 w 54"/>
                <a:gd name="T13" fmla="*/ 27 h 54"/>
                <a:gd name="T14" fmla="*/ 27 w 54"/>
                <a:gd name="T1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54">
                  <a:moveTo>
                    <a:pt x="27" y="0"/>
                  </a:moveTo>
                  <a:cubicBezTo>
                    <a:pt x="12" y="0"/>
                    <a:pt x="0" y="12"/>
                    <a:pt x="0" y="27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10" y="53"/>
                    <a:pt x="1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38" y="52"/>
                    <a:pt x="46" y="52"/>
                    <a:pt x="54" y="53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12"/>
                    <a:pt x="42" y="0"/>
                    <a:pt x="27" y="0"/>
                  </a:cubicBezTo>
                  <a:close/>
                </a:path>
              </a:pathLst>
            </a:custGeom>
            <a:solidFill>
              <a:srgbClr val="A6C8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>
                <a:solidFill>
                  <a:srgbClr val="7030A0"/>
                </a:solidFill>
              </a:endParaRPr>
            </a:p>
          </p:txBody>
        </p:sp>
      </p:grpSp>
      <p:sp>
        <p:nvSpPr>
          <p:cNvPr id="23" name="TextBox 68"/>
          <p:cNvSpPr txBox="1"/>
          <p:nvPr>
            <p:custDataLst>
              <p:tags r:id="rId31"/>
            </p:custDataLst>
          </p:nvPr>
        </p:nvSpPr>
        <p:spPr>
          <a:xfrm>
            <a:off x="6019817" y="2752008"/>
            <a:ext cx="493406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7030A0"/>
                </a:solidFill>
              </a:rPr>
              <a:t>向量数据库</a:t>
            </a:r>
            <a:endParaRPr lang="zh-CN" sz="3200" b="1" dirty="0">
              <a:solidFill>
                <a:srgbClr val="7030A0"/>
              </a:solidFill>
            </a:endParaRPr>
          </a:p>
        </p:txBody>
      </p:sp>
      <p:grpSp>
        <p:nvGrpSpPr>
          <p:cNvPr id="38" name="组合 37"/>
          <p:cNvGrpSpPr/>
          <p:nvPr>
            <p:custDataLst>
              <p:tags r:id="rId32"/>
            </p:custDataLst>
          </p:nvPr>
        </p:nvGrpSpPr>
        <p:grpSpPr>
          <a:xfrm>
            <a:off x="5276048" y="3632179"/>
            <a:ext cx="549719" cy="617843"/>
            <a:chOff x="279401" y="2698750"/>
            <a:chExt cx="1473200" cy="1655763"/>
          </a:xfrm>
        </p:grpSpPr>
        <p:sp>
          <p:nvSpPr>
            <p:cNvPr id="39" name="Freeform 45"/>
            <p:cNvSpPr>
              <a:spLocks noEditPoints="1"/>
            </p:cNvSpPr>
            <p:nvPr>
              <p:custDataLst>
                <p:tags r:id="rId33"/>
              </p:custDataLst>
            </p:nvPr>
          </p:nvSpPr>
          <p:spPr bwMode="auto">
            <a:xfrm>
              <a:off x="279401" y="2884488"/>
              <a:ext cx="1473200" cy="1470025"/>
            </a:xfrm>
            <a:custGeom>
              <a:avLst/>
              <a:gdLst>
                <a:gd name="T0" fmla="*/ 250 w 501"/>
                <a:gd name="T1" fmla="*/ 0 h 501"/>
                <a:gd name="T2" fmla="*/ 0 w 501"/>
                <a:gd name="T3" fmla="*/ 251 h 501"/>
                <a:gd name="T4" fmla="*/ 250 w 501"/>
                <a:gd name="T5" fmla="*/ 501 h 501"/>
                <a:gd name="T6" fmla="*/ 501 w 501"/>
                <a:gd name="T7" fmla="*/ 251 h 501"/>
                <a:gd name="T8" fmla="*/ 250 w 501"/>
                <a:gd name="T9" fmla="*/ 0 h 501"/>
                <a:gd name="T10" fmla="*/ 455 w 501"/>
                <a:gd name="T11" fmla="*/ 267 h 501"/>
                <a:gd name="T12" fmla="*/ 446 w 501"/>
                <a:gd name="T13" fmla="*/ 267 h 501"/>
                <a:gd name="T14" fmla="*/ 389 w 501"/>
                <a:gd name="T15" fmla="*/ 390 h 501"/>
                <a:gd name="T16" fmla="*/ 267 w 501"/>
                <a:gd name="T17" fmla="*/ 447 h 501"/>
                <a:gd name="T18" fmla="*/ 267 w 501"/>
                <a:gd name="T19" fmla="*/ 455 h 501"/>
                <a:gd name="T20" fmla="*/ 250 w 501"/>
                <a:gd name="T21" fmla="*/ 471 h 501"/>
                <a:gd name="T22" fmla="*/ 234 w 501"/>
                <a:gd name="T23" fmla="*/ 455 h 501"/>
                <a:gd name="T24" fmla="*/ 234 w 501"/>
                <a:gd name="T25" fmla="*/ 447 h 501"/>
                <a:gd name="T26" fmla="*/ 111 w 501"/>
                <a:gd name="T27" fmla="*/ 390 h 501"/>
                <a:gd name="T28" fmla="*/ 54 w 501"/>
                <a:gd name="T29" fmla="*/ 267 h 501"/>
                <a:gd name="T30" fmla="*/ 46 w 501"/>
                <a:gd name="T31" fmla="*/ 267 h 501"/>
                <a:gd name="T32" fmla="*/ 30 w 501"/>
                <a:gd name="T33" fmla="*/ 251 h 501"/>
                <a:gd name="T34" fmla="*/ 46 w 501"/>
                <a:gd name="T35" fmla="*/ 234 h 501"/>
                <a:gd name="T36" fmla="*/ 54 w 501"/>
                <a:gd name="T37" fmla="*/ 234 h 501"/>
                <a:gd name="T38" fmla="*/ 111 w 501"/>
                <a:gd name="T39" fmla="*/ 111 h 501"/>
                <a:gd name="T40" fmla="*/ 234 w 501"/>
                <a:gd name="T41" fmla="*/ 54 h 501"/>
                <a:gd name="T42" fmla="*/ 234 w 501"/>
                <a:gd name="T43" fmla="*/ 46 h 501"/>
                <a:gd name="T44" fmla="*/ 250 w 501"/>
                <a:gd name="T45" fmla="*/ 30 h 501"/>
                <a:gd name="T46" fmla="*/ 267 w 501"/>
                <a:gd name="T47" fmla="*/ 46 h 501"/>
                <a:gd name="T48" fmla="*/ 267 w 501"/>
                <a:gd name="T49" fmla="*/ 54 h 501"/>
                <a:gd name="T50" fmla="*/ 389 w 501"/>
                <a:gd name="T51" fmla="*/ 111 h 501"/>
                <a:gd name="T52" fmla="*/ 446 w 501"/>
                <a:gd name="T53" fmla="*/ 234 h 501"/>
                <a:gd name="T54" fmla="*/ 455 w 501"/>
                <a:gd name="T55" fmla="*/ 234 h 501"/>
                <a:gd name="T56" fmla="*/ 471 w 501"/>
                <a:gd name="T57" fmla="*/ 251 h 501"/>
                <a:gd name="T58" fmla="*/ 455 w 501"/>
                <a:gd name="T59" fmla="*/ 267 h 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01" h="501">
                  <a:moveTo>
                    <a:pt x="250" y="0"/>
                  </a:moveTo>
                  <a:cubicBezTo>
                    <a:pt x="112" y="0"/>
                    <a:pt x="0" y="112"/>
                    <a:pt x="0" y="251"/>
                  </a:cubicBezTo>
                  <a:cubicBezTo>
                    <a:pt x="0" y="389"/>
                    <a:pt x="112" y="501"/>
                    <a:pt x="250" y="501"/>
                  </a:cubicBezTo>
                  <a:cubicBezTo>
                    <a:pt x="389" y="501"/>
                    <a:pt x="501" y="389"/>
                    <a:pt x="501" y="251"/>
                  </a:cubicBezTo>
                  <a:cubicBezTo>
                    <a:pt x="501" y="112"/>
                    <a:pt x="389" y="0"/>
                    <a:pt x="250" y="0"/>
                  </a:cubicBezTo>
                  <a:close/>
                  <a:moveTo>
                    <a:pt x="455" y="267"/>
                  </a:moveTo>
                  <a:cubicBezTo>
                    <a:pt x="446" y="267"/>
                    <a:pt x="446" y="267"/>
                    <a:pt x="446" y="267"/>
                  </a:cubicBezTo>
                  <a:cubicBezTo>
                    <a:pt x="442" y="315"/>
                    <a:pt x="421" y="358"/>
                    <a:pt x="389" y="390"/>
                  </a:cubicBezTo>
                  <a:cubicBezTo>
                    <a:pt x="357" y="422"/>
                    <a:pt x="315" y="443"/>
                    <a:pt x="267" y="447"/>
                  </a:cubicBezTo>
                  <a:cubicBezTo>
                    <a:pt x="267" y="455"/>
                    <a:pt x="267" y="455"/>
                    <a:pt x="267" y="455"/>
                  </a:cubicBezTo>
                  <a:cubicBezTo>
                    <a:pt x="267" y="464"/>
                    <a:pt x="259" y="471"/>
                    <a:pt x="250" y="471"/>
                  </a:cubicBezTo>
                  <a:cubicBezTo>
                    <a:pt x="241" y="471"/>
                    <a:pt x="234" y="464"/>
                    <a:pt x="234" y="455"/>
                  </a:cubicBezTo>
                  <a:cubicBezTo>
                    <a:pt x="234" y="447"/>
                    <a:pt x="234" y="447"/>
                    <a:pt x="234" y="447"/>
                  </a:cubicBezTo>
                  <a:cubicBezTo>
                    <a:pt x="186" y="443"/>
                    <a:pt x="143" y="422"/>
                    <a:pt x="111" y="390"/>
                  </a:cubicBezTo>
                  <a:cubicBezTo>
                    <a:pt x="79" y="358"/>
                    <a:pt x="58" y="315"/>
                    <a:pt x="54" y="267"/>
                  </a:cubicBezTo>
                  <a:cubicBezTo>
                    <a:pt x="46" y="267"/>
                    <a:pt x="46" y="267"/>
                    <a:pt x="46" y="267"/>
                  </a:cubicBezTo>
                  <a:cubicBezTo>
                    <a:pt x="37" y="267"/>
                    <a:pt x="30" y="260"/>
                    <a:pt x="30" y="251"/>
                  </a:cubicBezTo>
                  <a:cubicBezTo>
                    <a:pt x="30" y="241"/>
                    <a:pt x="37" y="234"/>
                    <a:pt x="46" y="234"/>
                  </a:cubicBezTo>
                  <a:cubicBezTo>
                    <a:pt x="54" y="234"/>
                    <a:pt x="54" y="234"/>
                    <a:pt x="54" y="234"/>
                  </a:cubicBezTo>
                  <a:cubicBezTo>
                    <a:pt x="58" y="186"/>
                    <a:pt x="79" y="143"/>
                    <a:pt x="111" y="111"/>
                  </a:cubicBezTo>
                  <a:cubicBezTo>
                    <a:pt x="143" y="79"/>
                    <a:pt x="186" y="58"/>
                    <a:pt x="234" y="54"/>
                  </a:cubicBezTo>
                  <a:cubicBezTo>
                    <a:pt x="234" y="46"/>
                    <a:pt x="234" y="46"/>
                    <a:pt x="234" y="46"/>
                  </a:cubicBezTo>
                  <a:cubicBezTo>
                    <a:pt x="234" y="37"/>
                    <a:pt x="241" y="30"/>
                    <a:pt x="250" y="30"/>
                  </a:cubicBezTo>
                  <a:cubicBezTo>
                    <a:pt x="259" y="30"/>
                    <a:pt x="267" y="37"/>
                    <a:pt x="267" y="46"/>
                  </a:cubicBezTo>
                  <a:cubicBezTo>
                    <a:pt x="267" y="54"/>
                    <a:pt x="267" y="54"/>
                    <a:pt x="267" y="54"/>
                  </a:cubicBezTo>
                  <a:cubicBezTo>
                    <a:pt x="315" y="58"/>
                    <a:pt x="357" y="79"/>
                    <a:pt x="389" y="111"/>
                  </a:cubicBezTo>
                  <a:cubicBezTo>
                    <a:pt x="421" y="143"/>
                    <a:pt x="442" y="186"/>
                    <a:pt x="446" y="234"/>
                  </a:cubicBezTo>
                  <a:cubicBezTo>
                    <a:pt x="455" y="234"/>
                    <a:pt x="455" y="234"/>
                    <a:pt x="455" y="234"/>
                  </a:cubicBezTo>
                  <a:cubicBezTo>
                    <a:pt x="464" y="234"/>
                    <a:pt x="471" y="241"/>
                    <a:pt x="471" y="251"/>
                  </a:cubicBezTo>
                  <a:cubicBezTo>
                    <a:pt x="471" y="260"/>
                    <a:pt x="464" y="267"/>
                    <a:pt x="455" y="267"/>
                  </a:cubicBezTo>
                  <a:close/>
                </a:path>
              </a:pathLst>
            </a:custGeom>
            <a:solidFill>
              <a:srgbClr val="FFA000">
                <a:alpha val="84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>
                <a:solidFill>
                  <a:srgbClr val="7030A0"/>
                </a:solidFill>
              </a:endParaRPr>
            </a:p>
          </p:txBody>
        </p:sp>
        <p:sp>
          <p:nvSpPr>
            <p:cNvPr id="40" name="Freeform 46"/>
            <p:cNvSpPr/>
            <p:nvPr>
              <p:custDataLst>
                <p:tags r:id="rId34"/>
              </p:custDataLst>
            </p:nvPr>
          </p:nvSpPr>
          <p:spPr bwMode="auto">
            <a:xfrm>
              <a:off x="966788" y="3043238"/>
              <a:ext cx="96838" cy="117475"/>
            </a:xfrm>
            <a:custGeom>
              <a:avLst/>
              <a:gdLst>
                <a:gd name="T0" fmla="*/ 16 w 33"/>
                <a:gd name="T1" fmla="*/ 40 h 40"/>
                <a:gd name="T2" fmla="*/ 33 w 33"/>
                <a:gd name="T3" fmla="*/ 24 h 40"/>
                <a:gd name="T4" fmla="*/ 33 w 33"/>
                <a:gd name="T5" fmla="*/ 0 h 40"/>
                <a:gd name="T6" fmla="*/ 16 w 33"/>
                <a:gd name="T7" fmla="*/ 0 h 40"/>
                <a:gd name="T8" fmla="*/ 0 w 33"/>
                <a:gd name="T9" fmla="*/ 0 h 40"/>
                <a:gd name="T10" fmla="*/ 0 w 33"/>
                <a:gd name="T11" fmla="*/ 24 h 40"/>
                <a:gd name="T12" fmla="*/ 16 w 33"/>
                <a:gd name="T1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40">
                  <a:moveTo>
                    <a:pt x="16" y="40"/>
                  </a:moveTo>
                  <a:cubicBezTo>
                    <a:pt x="25" y="40"/>
                    <a:pt x="33" y="33"/>
                    <a:pt x="33" y="24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27" y="0"/>
                    <a:pt x="22" y="0"/>
                    <a:pt x="16" y="0"/>
                  </a:cubicBezTo>
                  <a:cubicBezTo>
                    <a:pt x="11" y="0"/>
                    <a:pt x="5" y="0"/>
                    <a:pt x="0" y="0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33"/>
                    <a:pt x="7" y="40"/>
                    <a:pt x="16" y="40"/>
                  </a:cubicBezTo>
                  <a:close/>
                </a:path>
              </a:pathLst>
            </a:cu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>
                <a:solidFill>
                  <a:srgbClr val="7030A0"/>
                </a:solidFill>
              </a:endParaRPr>
            </a:p>
          </p:txBody>
        </p:sp>
        <p:sp>
          <p:nvSpPr>
            <p:cNvPr id="41" name="Freeform 47"/>
            <p:cNvSpPr/>
            <p:nvPr>
              <p:custDataLst>
                <p:tags r:id="rId35"/>
              </p:custDataLst>
            </p:nvPr>
          </p:nvSpPr>
          <p:spPr bwMode="auto">
            <a:xfrm>
              <a:off x="966788" y="4079875"/>
              <a:ext cx="96838" cy="115888"/>
            </a:xfrm>
            <a:custGeom>
              <a:avLst/>
              <a:gdLst>
                <a:gd name="T0" fmla="*/ 16 w 33"/>
                <a:gd name="T1" fmla="*/ 0 h 40"/>
                <a:gd name="T2" fmla="*/ 0 w 33"/>
                <a:gd name="T3" fmla="*/ 17 h 40"/>
                <a:gd name="T4" fmla="*/ 0 w 33"/>
                <a:gd name="T5" fmla="*/ 40 h 40"/>
                <a:gd name="T6" fmla="*/ 16 w 33"/>
                <a:gd name="T7" fmla="*/ 40 h 40"/>
                <a:gd name="T8" fmla="*/ 33 w 33"/>
                <a:gd name="T9" fmla="*/ 40 h 40"/>
                <a:gd name="T10" fmla="*/ 33 w 33"/>
                <a:gd name="T11" fmla="*/ 17 h 40"/>
                <a:gd name="T12" fmla="*/ 16 w 33"/>
                <a:gd name="T1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40">
                  <a:moveTo>
                    <a:pt x="16" y="0"/>
                  </a:moveTo>
                  <a:cubicBezTo>
                    <a:pt x="7" y="0"/>
                    <a:pt x="0" y="7"/>
                    <a:pt x="0" y="17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5" y="40"/>
                    <a:pt x="11" y="40"/>
                    <a:pt x="16" y="40"/>
                  </a:cubicBezTo>
                  <a:cubicBezTo>
                    <a:pt x="22" y="40"/>
                    <a:pt x="27" y="40"/>
                    <a:pt x="33" y="40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7"/>
                    <a:pt x="25" y="0"/>
                    <a:pt x="16" y="0"/>
                  </a:cubicBezTo>
                  <a:close/>
                </a:path>
              </a:pathLst>
            </a:cu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>
                <a:solidFill>
                  <a:srgbClr val="7030A0"/>
                </a:solidFill>
              </a:endParaRPr>
            </a:p>
          </p:txBody>
        </p:sp>
        <p:sp>
          <p:nvSpPr>
            <p:cNvPr id="42" name="Freeform 48"/>
            <p:cNvSpPr/>
            <p:nvPr>
              <p:custDataLst>
                <p:tags r:id="rId36"/>
              </p:custDataLst>
            </p:nvPr>
          </p:nvSpPr>
          <p:spPr bwMode="auto">
            <a:xfrm>
              <a:off x="434976" y="3571875"/>
              <a:ext cx="120650" cy="96838"/>
            </a:xfrm>
            <a:custGeom>
              <a:avLst/>
              <a:gdLst>
                <a:gd name="T0" fmla="*/ 41 w 41"/>
                <a:gd name="T1" fmla="*/ 17 h 33"/>
                <a:gd name="T2" fmla="*/ 24 w 41"/>
                <a:gd name="T3" fmla="*/ 0 h 33"/>
                <a:gd name="T4" fmla="*/ 1 w 41"/>
                <a:gd name="T5" fmla="*/ 0 h 33"/>
                <a:gd name="T6" fmla="*/ 0 w 41"/>
                <a:gd name="T7" fmla="*/ 17 h 33"/>
                <a:gd name="T8" fmla="*/ 1 w 41"/>
                <a:gd name="T9" fmla="*/ 33 h 33"/>
                <a:gd name="T10" fmla="*/ 24 w 41"/>
                <a:gd name="T11" fmla="*/ 33 h 33"/>
                <a:gd name="T12" fmla="*/ 41 w 41"/>
                <a:gd name="T13" fmla="*/ 17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33">
                  <a:moveTo>
                    <a:pt x="41" y="17"/>
                  </a:moveTo>
                  <a:cubicBezTo>
                    <a:pt x="41" y="7"/>
                    <a:pt x="33" y="0"/>
                    <a:pt x="24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6"/>
                    <a:pt x="0" y="11"/>
                    <a:pt x="0" y="17"/>
                  </a:cubicBezTo>
                  <a:cubicBezTo>
                    <a:pt x="0" y="22"/>
                    <a:pt x="1" y="28"/>
                    <a:pt x="1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33" y="33"/>
                    <a:pt x="41" y="26"/>
                    <a:pt x="41" y="17"/>
                  </a:cubicBezTo>
                  <a:close/>
                </a:path>
              </a:pathLst>
            </a:cu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>
                <a:solidFill>
                  <a:srgbClr val="7030A0"/>
                </a:solidFill>
              </a:endParaRPr>
            </a:p>
          </p:txBody>
        </p:sp>
        <p:sp>
          <p:nvSpPr>
            <p:cNvPr id="43" name="Freeform 49"/>
            <p:cNvSpPr/>
            <p:nvPr>
              <p:custDataLst>
                <p:tags r:id="rId37"/>
              </p:custDataLst>
            </p:nvPr>
          </p:nvSpPr>
          <p:spPr bwMode="auto">
            <a:xfrm>
              <a:off x="1474788" y="3571875"/>
              <a:ext cx="119063" cy="96838"/>
            </a:xfrm>
            <a:custGeom>
              <a:avLst/>
              <a:gdLst>
                <a:gd name="T0" fmla="*/ 39 w 40"/>
                <a:gd name="T1" fmla="*/ 0 h 33"/>
                <a:gd name="T2" fmla="*/ 16 w 40"/>
                <a:gd name="T3" fmla="*/ 0 h 33"/>
                <a:gd name="T4" fmla="*/ 0 w 40"/>
                <a:gd name="T5" fmla="*/ 17 h 33"/>
                <a:gd name="T6" fmla="*/ 16 w 40"/>
                <a:gd name="T7" fmla="*/ 33 h 33"/>
                <a:gd name="T8" fmla="*/ 39 w 40"/>
                <a:gd name="T9" fmla="*/ 33 h 33"/>
                <a:gd name="T10" fmla="*/ 40 w 40"/>
                <a:gd name="T11" fmla="*/ 17 h 33"/>
                <a:gd name="T12" fmla="*/ 39 w 40"/>
                <a:gd name="T13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" h="33">
                  <a:moveTo>
                    <a:pt x="39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7"/>
                  </a:cubicBezTo>
                  <a:cubicBezTo>
                    <a:pt x="0" y="26"/>
                    <a:pt x="7" y="33"/>
                    <a:pt x="16" y="33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40" y="28"/>
                    <a:pt x="40" y="22"/>
                    <a:pt x="40" y="17"/>
                  </a:cubicBezTo>
                  <a:cubicBezTo>
                    <a:pt x="40" y="11"/>
                    <a:pt x="40" y="6"/>
                    <a:pt x="39" y="0"/>
                  </a:cubicBezTo>
                  <a:close/>
                </a:path>
              </a:pathLst>
            </a:cu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>
                <a:solidFill>
                  <a:srgbClr val="7030A0"/>
                </a:solidFill>
              </a:endParaRPr>
            </a:p>
          </p:txBody>
        </p:sp>
        <p:sp>
          <p:nvSpPr>
            <p:cNvPr id="44" name="Oval 50"/>
            <p:cNvSpPr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925513" y="3532188"/>
              <a:ext cx="176213" cy="174625"/>
            </a:xfrm>
            <a:prstGeom prst="ellipse">
              <a:avLst/>
            </a:pr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>
                <a:solidFill>
                  <a:srgbClr val="7030A0"/>
                </a:solidFill>
              </a:endParaRPr>
            </a:p>
          </p:txBody>
        </p:sp>
        <p:sp>
          <p:nvSpPr>
            <p:cNvPr id="45" name="Freeform 51"/>
            <p:cNvSpPr>
              <a:spLocks noEditPoints="1"/>
            </p:cNvSpPr>
            <p:nvPr>
              <p:custDataLst>
                <p:tags r:id="rId39"/>
              </p:custDataLst>
            </p:nvPr>
          </p:nvSpPr>
          <p:spPr bwMode="auto">
            <a:xfrm>
              <a:off x="652463" y="3254375"/>
              <a:ext cx="723900" cy="730250"/>
            </a:xfrm>
            <a:custGeom>
              <a:avLst/>
              <a:gdLst>
                <a:gd name="T0" fmla="*/ 106 w 246"/>
                <a:gd name="T1" fmla="*/ 86 h 249"/>
                <a:gd name="T2" fmla="*/ 109 w 246"/>
                <a:gd name="T3" fmla="*/ 89 h 249"/>
                <a:gd name="T4" fmla="*/ 123 w 246"/>
                <a:gd name="T5" fmla="*/ 86 h 249"/>
                <a:gd name="T6" fmla="*/ 162 w 246"/>
                <a:gd name="T7" fmla="*/ 125 h 249"/>
                <a:gd name="T8" fmla="*/ 159 w 246"/>
                <a:gd name="T9" fmla="*/ 139 h 249"/>
                <a:gd name="T10" fmla="*/ 162 w 246"/>
                <a:gd name="T11" fmla="*/ 142 h 249"/>
                <a:gd name="T12" fmla="*/ 246 w 246"/>
                <a:gd name="T13" fmla="*/ 0 h 249"/>
                <a:gd name="T14" fmla="*/ 106 w 246"/>
                <a:gd name="T15" fmla="*/ 86 h 249"/>
                <a:gd name="T16" fmla="*/ 123 w 246"/>
                <a:gd name="T17" fmla="*/ 163 h 249"/>
                <a:gd name="T18" fmla="*/ 84 w 246"/>
                <a:gd name="T19" fmla="*/ 125 h 249"/>
                <a:gd name="T20" fmla="*/ 87 w 246"/>
                <a:gd name="T21" fmla="*/ 110 h 249"/>
                <a:gd name="T22" fmla="*/ 85 w 246"/>
                <a:gd name="T23" fmla="*/ 107 h 249"/>
                <a:gd name="T24" fmla="*/ 0 w 246"/>
                <a:gd name="T25" fmla="*/ 249 h 249"/>
                <a:gd name="T26" fmla="*/ 140 w 246"/>
                <a:gd name="T27" fmla="*/ 163 h 249"/>
                <a:gd name="T28" fmla="*/ 138 w 246"/>
                <a:gd name="T29" fmla="*/ 160 h 249"/>
                <a:gd name="T30" fmla="*/ 123 w 246"/>
                <a:gd name="T31" fmla="*/ 163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6" h="249">
                  <a:moveTo>
                    <a:pt x="106" y="86"/>
                  </a:moveTo>
                  <a:cubicBezTo>
                    <a:pt x="109" y="89"/>
                    <a:pt x="109" y="89"/>
                    <a:pt x="109" y="89"/>
                  </a:cubicBezTo>
                  <a:cubicBezTo>
                    <a:pt x="113" y="87"/>
                    <a:pt x="118" y="86"/>
                    <a:pt x="123" y="86"/>
                  </a:cubicBezTo>
                  <a:cubicBezTo>
                    <a:pt x="145" y="86"/>
                    <a:pt x="162" y="103"/>
                    <a:pt x="162" y="125"/>
                  </a:cubicBezTo>
                  <a:cubicBezTo>
                    <a:pt x="162" y="130"/>
                    <a:pt x="161" y="135"/>
                    <a:pt x="159" y="139"/>
                  </a:cubicBezTo>
                  <a:cubicBezTo>
                    <a:pt x="162" y="142"/>
                    <a:pt x="162" y="142"/>
                    <a:pt x="162" y="142"/>
                  </a:cubicBezTo>
                  <a:cubicBezTo>
                    <a:pt x="246" y="0"/>
                    <a:pt x="246" y="0"/>
                    <a:pt x="246" y="0"/>
                  </a:cubicBezTo>
                  <a:lnTo>
                    <a:pt x="106" y="86"/>
                  </a:lnTo>
                  <a:close/>
                  <a:moveTo>
                    <a:pt x="123" y="163"/>
                  </a:moveTo>
                  <a:cubicBezTo>
                    <a:pt x="102" y="163"/>
                    <a:pt x="84" y="146"/>
                    <a:pt x="84" y="125"/>
                  </a:cubicBezTo>
                  <a:cubicBezTo>
                    <a:pt x="84" y="119"/>
                    <a:pt x="86" y="114"/>
                    <a:pt x="87" y="110"/>
                  </a:cubicBezTo>
                  <a:cubicBezTo>
                    <a:pt x="85" y="107"/>
                    <a:pt x="85" y="107"/>
                    <a:pt x="85" y="107"/>
                  </a:cubicBezTo>
                  <a:cubicBezTo>
                    <a:pt x="0" y="249"/>
                    <a:pt x="0" y="249"/>
                    <a:pt x="0" y="249"/>
                  </a:cubicBezTo>
                  <a:cubicBezTo>
                    <a:pt x="140" y="163"/>
                    <a:pt x="140" y="163"/>
                    <a:pt x="140" y="163"/>
                  </a:cubicBezTo>
                  <a:cubicBezTo>
                    <a:pt x="138" y="160"/>
                    <a:pt x="138" y="160"/>
                    <a:pt x="138" y="160"/>
                  </a:cubicBezTo>
                  <a:cubicBezTo>
                    <a:pt x="133" y="162"/>
                    <a:pt x="128" y="163"/>
                    <a:pt x="123" y="163"/>
                  </a:cubicBezTo>
                  <a:close/>
                </a:path>
              </a:pathLst>
            </a:custGeom>
            <a:solidFill>
              <a:srgbClr val="23A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>
                <a:solidFill>
                  <a:srgbClr val="7030A0"/>
                </a:solidFill>
              </a:endParaRPr>
            </a:p>
          </p:txBody>
        </p:sp>
        <p:sp>
          <p:nvSpPr>
            <p:cNvPr id="46" name="Freeform 52"/>
            <p:cNvSpPr/>
            <p:nvPr>
              <p:custDataLst>
                <p:tags r:id="rId40"/>
              </p:custDataLst>
            </p:nvPr>
          </p:nvSpPr>
          <p:spPr bwMode="auto">
            <a:xfrm>
              <a:off x="935038" y="2698750"/>
              <a:ext cx="158750" cy="158750"/>
            </a:xfrm>
            <a:custGeom>
              <a:avLst/>
              <a:gdLst>
                <a:gd name="T0" fmla="*/ 27 w 54"/>
                <a:gd name="T1" fmla="*/ 0 h 54"/>
                <a:gd name="T2" fmla="*/ 0 w 54"/>
                <a:gd name="T3" fmla="*/ 27 h 54"/>
                <a:gd name="T4" fmla="*/ 0 w 54"/>
                <a:gd name="T5" fmla="*/ 54 h 54"/>
                <a:gd name="T6" fmla="*/ 29 w 54"/>
                <a:gd name="T7" fmla="*/ 52 h 54"/>
                <a:gd name="T8" fmla="*/ 29 w 54"/>
                <a:gd name="T9" fmla="*/ 52 h 54"/>
                <a:gd name="T10" fmla="*/ 54 w 54"/>
                <a:gd name="T11" fmla="*/ 53 h 54"/>
                <a:gd name="T12" fmla="*/ 54 w 54"/>
                <a:gd name="T13" fmla="*/ 27 h 54"/>
                <a:gd name="T14" fmla="*/ 27 w 54"/>
                <a:gd name="T1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54">
                  <a:moveTo>
                    <a:pt x="27" y="0"/>
                  </a:moveTo>
                  <a:cubicBezTo>
                    <a:pt x="12" y="0"/>
                    <a:pt x="0" y="12"/>
                    <a:pt x="0" y="27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10" y="53"/>
                    <a:pt x="1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38" y="52"/>
                    <a:pt x="46" y="52"/>
                    <a:pt x="54" y="53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12"/>
                    <a:pt x="42" y="0"/>
                    <a:pt x="27" y="0"/>
                  </a:cubicBezTo>
                  <a:close/>
                </a:path>
              </a:pathLst>
            </a:custGeom>
            <a:solidFill>
              <a:srgbClr val="A6C8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>
                <a:solidFill>
                  <a:srgbClr val="7030A0"/>
                </a:solidFill>
              </a:endParaRPr>
            </a:p>
          </p:txBody>
        </p:sp>
      </p:grpSp>
      <p:sp>
        <p:nvSpPr>
          <p:cNvPr id="47" name="TextBox 68"/>
          <p:cNvSpPr txBox="1"/>
          <p:nvPr>
            <p:custDataLst>
              <p:tags r:id="rId41"/>
            </p:custDataLst>
          </p:nvPr>
        </p:nvSpPr>
        <p:spPr>
          <a:xfrm>
            <a:off x="6019817" y="3678937"/>
            <a:ext cx="493406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7030A0"/>
                </a:solidFill>
              </a:rPr>
              <a:t>案例演示</a:t>
            </a:r>
            <a:endParaRPr lang="zh-CN" sz="3200" b="1" dirty="0">
              <a:solidFill>
                <a:srgbClr val="7030A0"/>
              </a:solidFill>
            </a:endParaRPr>
          </a:p>
        </p:txBody>
      </p:sp>
      <p:grpSp>
        <p:nvGrpSpPr>
          <p:cNvPr id="48" name="组合 47"/>
          <p:cNvGrpSpPr/>
          <p:nvPr>
            <p:custDataLst>
              <p:tags r:id="rId42"/>
            </p:custDataLst>
          </p:nvPr>
        </p:nvGrpSpPr>
        <p:grpSpPr>
          <a:xfrm>
            <a:off x="5276048" y="4559108"/>
            <a:ext cx="549719" cy="617843"/>
            <a:chOff x="279401" y="2698750"/>
            <a:chExt cx="1473200" cy="1655763"/>
          </a:xfrm>
        </p:grpSpPr>
        <p:sp>
          <p:nvSpPr>
            <p:cNvPr id="49" name="Freeform 45"/>
            <p:cNvSpPr>
              <a:spLocks noEditPoints="1"/>
            </p:cNvSpPr>
            <p:nvPr>
              <p:custDataLst>
                <p:tags r:id="rId43"/>
              </p:custDataLst>
            </p:nvPr>
          </p:nvSpPr>
          <p:spPr bwMode="auto">
            <a:xfrm>
              <a:off x="279401" y="2884488"/>
              <a:ext cx="1473200" cy="1470025"/>
            </a:xfrm>
            <a:custGeom>
              <a:avLst/>
              <a:gdLst>
                <a:gd name="T0" fmla="*/ 250 w 501"/>
                <a:gd name="T1" fmla="*/ 0 h 501"/>
                <a:gd name="T2" fmla="*/ 0 w 501"/>
                <a:gd name="T3" fmla="*/ 251 h 501"/>
                <a:gd name="T4" fmla="*/ 250 w 501"/>
                <a:gd name="T5" fmla="*/ 501 h 501"/>
                <a:gd name="T6" fmla="*/ 501 w 501"/>
                <a:gd name="T7" fmla="*/ 251 h 501"/>
                <a:gd name="T8" fmla="*/ 250 w 501"/>
                <a:gd name="T9" fmla="*/ 0 h 501"/>
                <a:gd name="T10" fmla="*/ 455 w 501"/>
                <a:gd name="T11" fmla="*/ 267 h 501"/>
                <a:gd name="T12" fmla="*/ 446 w 501"/>
                <a:gd name="T13" fmla="*/ 267 h 501"/>
                <a:gd name="T14" fmla="*/ 389 w 501"/>
                <a:gd name="T15" fmla="*/ 390 h 501"/>
                <a:gd name="T16" fmla="*/ 267 w 501"/>
                <a:gd name="T17" fmla="*/ 447 h 501"/>
                <a:gd name="T18" fmla="*/ 267 w 501"/>
                <a:gd name="T19" fmla="*/ 455 h 501"/>
                <a:gd name="T20" fmla="*/ 250 w 501"/>
                <a:gd name="T21" fmla="*/ 471 h 501"/>
                <a:gd name="T22" fmla="*/ 234 w 501"/>
                <a:gd name="T23" fmla="*/ 455 h 501"/>
                <a:gd name="T24" fmla="*/ 234 w 501"/>
                <a:gd name="T25" fmla="*/ 447 h 501"/>
                <a:gd name="T26" fmla="*/ 111 w 501"/>
                <a:gd name="T27" fmla="*/ 390 h 501"/>
                <a:gd name="T28" fmla="*/ 54 w 501"/>
                <a:gd name="T29" fmla="*/ 267 h 501"/>
                <a:gd name="T30" fmla="*/ 46 w 501"/>
                <a:gd name="T31" fmla="*/ 267 h 501"/>
                <a:gd name="T32" fmla="*/ 30 w 501"/>
                <a:gd name="T33" fmla="*/ 251 h 501"/>
                <a:gd name="T34" fmla="*/ 46 w 501"/>
                <a:gd name="T35" fmla="*/ 234 h 501"/>
                <a:gd name="T36" fmla="*/ 54 w 501"/>
                <a:gd name="T37" fmla="*/ 234 h 501"/>
                <a:gd name="T38" fmla="*/ 111 w 501"/>
                <a:gd name="T39" fmla="*/ 111 h 501"/>
                <a:gd name="T40" fmla="*/ 234 w 501"/>
                <a:gd name="T41" fmla="*/ 54 h 501"/>
                <a:gd name="T42" fmla="*/ 234 w 501"/>
                <a:gd name="T43" fmla="*/ 46 h 501"/>
                <a:gd name="T44" fmla="*/ 250 w 501"/>
                <a:gd name="T45" fmla="*/ 30 h 501"/>
                <a:gd name="T46" fmla="*/ 267 w 501"/>
                <a:gd name="T47" fmla="*/ 46 h 501"/>
                <a:gd name="T48" fmla="*/ 267 w 501"/>
                <a:gd name="T49" fmla="*/ 54 h 501"/>
                <a:gd name="T50" fmla="*/ 389 w 501"/>
                <a:gd name="T51" fmla="*/ 111 h 501"/>
                <a:gd name="T52" fmla="*/ 446 w 501"/>
                <a:gd name="T53" fmla="*/ 234 h 501"/>
                <a:gd name="T54" fmla="*/ 455 w 501"/>
                <a:gd name="T55" fmla="*/ 234 h 501"/>
                <a:gd name="T56" fmla="*/ 471 w 501"/>
                <a:gd name="T57" fmla="*/ 251 h 501"/>
                <a:gd name="T58" fmla="*/ 455 w 501"/>
                <a:gd name="T59" fmla="*/ 267 h 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01" h="501">
                  <a:moveTo>
                    <a:pt x="250" y="0"/>
                  </a:moveTo>
                  <a:cubicBezTo>
                    <a:pt x="112" y="0"/>
                    <a:pt x="0" y="112"/>
                    <a:pt x="0" y="251"/>
                  </a:cubicBezTo>
                  <a:cubicBezTo>
                    <a:pt x="0" y="389"/>
                    <a:pt x="112" y="501"/>
                    <a:pt x="250" y="501"/>
                  </a:cubicBezTo>
                  <a:cubicBezTo>
                    <a:pt x="389" y="501"/>
                    <a:pt x="501" y="389"/>
                    <a:pt x="501" y="251"/>
                  </a:cubicBezTo>
                  <a:cubicBezTo>
                    <a:pt x="501" y="112"/>
                    <a:pt x="389" y="0"/>
                    <a:pt x="250" y="0"/>
                  </a:cubicBezTo>
                  <a:close/>
                  <a:moveTo>
                    <a:pt x="455" y="267"/>
                  </a:moveTo>
                  <a:cubicBezTo>
                    <a:pt x="446" y="267"/>
                    <a:pt x="446" y="267"/>
                    <a:pt x="446" y="267"/>
                  </a:cubicBezTo>
                  <a:cubicBezTo>
                    <a:pt x="442" y="315"/>
                    <a:pt x="421" y="358"/>
                    <a:pt x="389" y="390"/>
                  </a:cubicBezTo>
                  <a:cubicBezTo>
                    <a:pt x="357" y="422"/>
                    <a:pt x="315" y="443"/>
                    <a:pt x="267" y="447"/>
                  </a:cubicBezTo>
                  <a:cubicBezTo>
                    <a:pt x="267" y="455"/>
                    <a:pt x="267" y="455"/>
                    <a:pt x="267" y="455"/>
                  </a:cubicBezTo>
                  <a:cubicBezTo>
                    <a:pt x="267" y="464"/>
                    <a:pt x="259" y="471"/>
                    <a:pt x="250" y="471"/>
                  </a:cubicBezTo>
                  <a:cubicBezTo>
                    <a:pt x="241" y="471"/>
                    <a:pt x="234" y="464"/>
                    <a:pt x="234" y="455"/>
                  </a:cubicBezTo>
                  <a:cubicBezTo>
                    <a:pt x="234" y="447"/>
                    <a:pt x="234" y="447"/>
                    <a:pt x="234" y="447"/>
                  </a:cubicBezTo>
                  <a:cubicBezTo>
                    <a:pt x="186" y="443"/>
                    <a:pt x="143" y="422"/>
                    <a:pt x="111" y="390"/>
                  </a:cubicBezTo>
                  <a:cubicBezTo>
                    <a:pt x="79" y="358"/>
                    <a:pt x="58" y="315"/>
                    <a:pt x="54" y="267"/>
                  </a:cubicBezTo>
                  <a:cubicBezTo>
                    <a:pt x="46" y="267"/>
                    <a:pt x="46" y="267"/>
                    <a:pt x="46" y="267"/>
                  </a:cubicBezTo>
                  <a:cubicBezTo>
                    <a:pt x="37" y="267"/>
                    <a:pt x="30" y="260"/>
                    <a:pt x="30" y="251"/>
                  </a:cubicBezTo>
                  <a:cubicBezTo>
                    <a:pt x="30" y="241"/>
                    <a:pt x="37" y="234"/>
                    <a:pt x="46" y="234"/>
                  </a:cubicBezTo>
                  <a:cubicBezTo>
                    <a:pt x="54" y="234"/>
                    <a:pt x="54" y="234"/>
                    <a:pt x="54" y="234"/>
                  </a:cubicBezTo>
                  <a:cubicBezTo>
                    <a:pt x="58" y="186"/>
                    <a:pt x="79" y="143"/>
                    <a:pt x="111" y="111"/>
                  </a:cubicBezTo>
                  <a:cubicBezTo>
                    <a:pt x="143" y="79"/>
                    <a:pt x="186" y="58"/>
                    <a:pt x="234" y="54"/>
                  </a:cubicBezTo>
                  <a:cubicBezTo>
                    <a:pt x="234" y="46"/>
                    <a:pt x="234" y="46"/>
                    <a:pt x="234" y="46"/>
                  </a:cubicBezTo>
                  <a:cubicBezTo>
                    <a:pt x="234" y="37"/>
                    <a:pt x="241" y="30"/>
                    <a:pt x="250" y="30"/>
                  </a:cubicBezTo>
                  <a:cubicBezTo>
                    <a:pt x="259" y="30"/>
                    <a:pt x="267" y="37"/>
                    <a:pt x="267" y="46"/>
                  </a:cubicBezTo>
                  <a:cubicBezTo>
                    <a:pt x="267" y="54"/>
                    <a:pt x="267" y="54"/>
                    <a:pt x="267" y="54"/>
                  </a:cubicBezTo>
                  <a:cubicBezTo>
                    <a:pt x="315" y="58"/>
                    <a:pt x="357" y="79"/>
                    <a:pt x="389" y="111"/>
                  </a:cubicBezTo>
                  <a:cubicBezTo>
                    <a:pt x="421" y="143"/>
                    <a:pt x="442" y="186"/>
                    <a:pt x="446" y="234"/>
                  </a:cubicBezTo>
                  <a:cubicBezTo>
                    <a:pt x="455" y="234"/>
                    <a:pt x="455" y="234"/>
                    <a:pt x="455" y="234"/>
                  </a:cubicBezTo>
                  <a:cubicBezTo>
                    <a:pt x="464" y="234"/>
                    <a:pt x="471" y="241"/>
                    <a:pt x="471" y="251"/>
                  </a:cubicBezTo>
                  <a:cubicBezTo>
                    <a:pt x="471" y="260"/>
                    <a:pt x="464" y="267"/>
                    <a:pt x="455" y="267"/>
                  </a:cubicBezTo>
                  <a:close/>
                </a:path>
              </a:pathLst>
            </a:custGeom>
            <a:solidFill>
              <a:srgbClr val="FFA000">
                <a:alpha val="84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>
                <a:solidFill>
                  <a:srgbClr val="7030A0"/>
                </a:solidFill>
              </a:endParaRPr>
            </a:p>
          </p:txBody>
        </p:sp>
        <p:sp>
          <p:nvSpPr>
            <p:cNvPr id="50" name="Freeform 46"/>
            <p:cNvSpPr/>
            <p:nvPr>
              <p:custDataLst>
                <p:tags r:id="rId44"/>
              </p:custDataLst>
            </p:nvPr>
          </p:nvSpPr>
          <p:spPr bwMode="auto">
            <a:xfrm>
              <a:off x="966788" y="3043238"/>
              <a:ext cx="96838" cy="117475"/>
            </a:xfrm>
            <a:custGeom>
              <a:avLst/>
              <a:gdLst>
                <a:gd name="T0" fmla="*/ 16 w 33"/>
                <a:gd name="T1" fmla="*/ 40 h 40"/>
                <a:gd name="T2" fmla="*/ 33 w 33"/>
                <a:gd name="T3" fmla="*/ 24 h 40"/>
                <a:gd name="T4" fmla="*/ 33 w 33"/>
                <a:gd name="T5" fmla="*/ 0 h 40"/>
                <a:gd name="T6" fmla="*/ 16 w 33"/>
                <a:gd name="T7" fmla="*/ 0 h 40"/>
                <a:gd name="T8" fmla="*/ 0 w 33"/>
                <a:gd name="T9" fmla="*/ 0 h 40"/>
                <a:gd name="T10" fmla="*/ 0 w 33"/>
                <a:gd name="T11" fmla="*/ 24 h 40"/>
                <a:gd name="T12" fmla="*/ 16 w 33"/>
                <a:gd name="T1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40">
                  <a:moveTo>
                    <a:pt x="16" y="40"/>
                  </a:moveTo>
                  <a:cubicBezTo>
                    <a:pt x="25" y="40"/>
                    <a:pt x="33" y="33"/>
                    <a:pt x="33" y="24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27" y="0"/>
                    <a:pt x="22" y="0"/>
                    <a:pt x="16" y="0"/>
                  </a:cubicBezTo>
                  <a:cubicBezTo>
                    <a:pt x="11" y="0"/>
                    <a:pt x="5" y="0"/>
                    <a:pt x="0" y="0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33"/>
                    <a:pt x="7" y="40"/>
                    <a:pt x="16" y="40"/>
                  </a:cubicBezTo>
                  <a:close/>
                </a:path>
              </a:pathLst>
            </a:cu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>
                <a:solidFill>
                  <a:srgbClr val="7030A0"/>
                </a:solidFill>
              </a:endParaRPr>
            </a:p>
          </p:txBody>
        </p:sp>
        <p:sp>
          <p:nvSpPr>
            <p:cNvPr id="70" name="Freeform 47"/>
            <p:cNvSpPr/>
            <p:nvPr>
              <p:custDataLst>
                <p:tags r:id="rId45"/>
              </p:custDataLst>
            </p:nvPr>
          </p:nvSpPr>
          <p:spPr bwMode="auto">
            <a:xfrm>
              <a:off x="966788" y="4079875"/>
              <a:ext cx="96838" cy="115888"/>
            </a:xfrm>
            <a:custGeom>
              <a:avLst/>
              <a:gdLst>
                <a:gd name="T0" fmla="*/ 16 w 33"/>
                <a:gd name="T1" fmla="*/ 0 h 40"/>
                <a:gd name="T2" fmla="*/ 0 w 33"/>
                <a:gd name="T3" fmla="*/ 17 h 40"/>
                <a:gd name="T4" fmla="*/ 0 w 33"/>
                <a:gd name="T5" fmla="*/ 40 h 40"/>
                <a:gd name="T6" fmla="*/ 16 w 33"/>
                <a:gd name="T7" fmla="*/ 40 h 40"/>
                <a:gd name="T8" fmla="*/ 33 w 33"/>
                <a:gd name="T9" fmla="*/ 40 h 40"/>
                <a:gd name="T10" fmla="*/ 33 w 33"/>
                <a:gd name="T11" fmla="*/ 17 h 40"/>
                <a:gd name="T12" fmla="*/ 16 w 33"/>
                <a:gd name="T1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40">
                  <a:moveTo>
                    <a:pt x="16" y="0"/>
                  </a:moveTo>
                  <a:cubicBezTo>
                    <a:pt x="7" y="0"/>
                    <a:pt x="0" y="7"/>
                    <a:pt x="0" y="17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5" y="40"/>
                    <a:pt x="11" y="40"/>
                    <a:pt x="16" y="40"/>
                  </a:cubicBezTo>
                  <a:cubicBezTo>
                    <a:pt x="22" y="40"/>
                    <a:pt x="27" y="40"/>
                    <a:pt x="33" y="40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7"/>
                    <a:pt x="25" y="0"/>
                    <a:pt x="16" y="0"/>
                  </a:cubicBezTo>
                  <a:close/>
                </a:path>
              </a:pathLst>
            </a:cu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>
                <a:solidFill>
                  <a:srgbClr val="7030A0"/>
                </a:solidFill>
              </a:endParaRPr>
            </a:p>
          </p:txBody>
        </p:sp>
        <p:sp>
          <p:nvSpPr>
            <p:cNvPr id="71" name="Freeform 48"/>
            <p:cNvSpPr/>
            <p:nvPr>
              <p:custDataLst>
                <p:tags r:id="rId46"/>
              </p:custDataLst>
            </p:nvPr>
          </p:nvSpPr>
          <p:spPr bwMode="auto">
            <a:xfrm>
              <a:off x="434976" y="3571875"/>
              <a:ext cx="120650" cy="96838"/>
            </a:xfrm>
            <a:custGeom>
              <a:avLst/>
              <a:gdLst>
                <a:gd name="T0" fmla="*/ 41 w 41"/>
                <a:gd name="T1" fmla="*/ 17 h 33"/>
                <a:gd name="T2" fmla="*/ 24 w 41"/>
                <a:gd name="T3" fmla="*/ 0 h 33"/>
                <a:gd name="T4" fmla="*/ 1 w 41"/>
                <a:gd name="T5" fmla="*/ 0 h 33"/>
                <a:gd name="T6" fmla="*/ 0 w 41"/>
                <a:gd name="T7" fmla="*/ 17 h 33"/>
                <a:gd name="T8" fmla="*/ 1 w 41"/>
                <a:gd name="T9" fmla="*/ 33 h 33"/>
                <a:gd name="T10" fmla="*/ 24 w 41"/>
                <a:gd name="T11" fmla="*/ 33 h 33"/>
                <a:gd name="T12" fmla="*/ 41 w 41"/>
                <a:gd name="T13" fmla="*/ 17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33">
                  <a:moveTo>
                    <a:pt x="41" y="17"/>
                  </a:moveTo>
                  <a:cubicBezTo>
                    <a:pt x="41" y="7"/>
                    <a:pt x="33" y="0"/>
                    <a:pt x="24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6"/>
                    <a:pt x="0" y="11"/>
                    <a:pt x="0" y="17"/>
                  </a:cubicBezTo>
                  <a:cubicBezTo>
                    <a:pt x="0" y="22"/>
                    <a:pt x="1" y="28"/>
                    <a:pt x="1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33" y="33"/>
                    <a:pt x="41" y="26"/>
                    <a:pt x="41" y="17"/>
                  </a:cubicBezTo>
                  <a:close/>
                </a:path>
              </a:pathLst>
            </a:cu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>
                <a:solidFill>
                  <a:srgbClr val="7030A0"/>
                </a:solidFill>
              </a:endParaRPr>
            </a:p>
          </p:txBody>
        </p:sp>
        <p:sp>
          <p:nvSpPr>
            <p:cNvPr id="72" name="Freeform 49"/>
            <p:cNvSpPr/>
            <p:nvPr>
              <p:custDataLst>
                <p:tags r:id="rId47"/>
              </p:custDataLst>
            </p:nvPr>
          </p:nvSpPr>
          <p:spPr bwMode="auto">
            <a:xfrm>
              <a:off x="1474788" y="3571875"/>
              <a:ext cx="119063" cy="96838"/>
            </a:xfrm>
            <a:custGeom>
              <a:avLst/>
              <a:gdLst>
                <a:gd name="T0" fmla="*/ 39 w 40"/>
                <a:gd name="T1" fmla="*/ 0 h 33"/>
                <a:gd name="T2" fmla="*/ 16 w 40"/>
                <a:gd name="T3" fmla="*/ 0 h 33"/>
                <a:gd name="T4" fmla="*/ 0 w 40"/>
                <a:gd name="T5" fmla="*/ 17 h 33"/>
                <a:gd name="T6" fmla="*/ 16 w 40"/>
                <a:gd name="T7" fmla="*/ 33 h 33"/>
                <a:gd name="T8" fmla="*/ 39 w 40"/>
                <a:gd name="T9" fmla="*/ 33 h 33"/>
                <a:gd name="T10" fmla="*/ 40 w 40"/>
                <a:gd name="T11" fmla="*/ 17 h 33"/>
                <a:gd name="T12" fmla="*/ 39 w 40"/>
                <a:gd name="T13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" h="33">
                  <a:moveTo>
                    <a:pt x="39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7"/>
                  </a:cubicBezTo>
                  <a:cubicBezTo>
                    <a:pt x="0" y="26"/>
                    <a:pt x="7" y="33"/>
                    <a:pt x="16" y="33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40" y="28"/>
                    <a:pt x="40" y="22"/>
                    <a:pt x="40" y="17"/>
                  </a:cubicBezTo>
                  <a:cubicBezTo>
                    <a:pt x="40" y="11"/>
                    <a:pt x="40" y="6"/>
                    <a:pt x="39" y="0"/>
                  </a:cubicBezTo>
                  <a:close/>
                </a:path>
              </a:pathLst>
            </a:cu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>
                <a:solidFill>
                  <a:srgbClr val="7030A0"/>
                </a:solidFill>
              </a:endParaRPr>
            </a:p>
          </p:txBody>
        </p:sp>
        <p:sp>
          <p:nvSpPr>
            <p:cNvPr id="73" name="Oval 50"/>
            <p:cNvSpPr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925513" y="3532188"/>
              <a:ext cx="176213" cy="174625"/>
            </a:xfrm>
            <a:prstGeom prst="ellipse">
              <a:avLst/>
            </a:pr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>
                <a:solidFill>
                  <a:srgbClr val="7030A0"/>
                </a:solidFill>
              </a:endParaRPr>
            </a:p>
          </p:txBody>
        </p:sp>
        <p:sp>
          <p:nvSpPr>
            <p:cNvPr id="74" name="Freeform 51"/>
            <p:cNvSpPr>
              <a:spLocks noEditPoints="1"/>
            </p:cNvSpPr>
            <p:nvPr>
              <p:custDataLst>
                <p:tags r:id="rId49"/>
              </p:custDataLst>
            </p:nvPr>
          </p:nvSpPr>
          <p:spPr bwMode="auto">
            <a:xfrm>
              <a:off x="652463" y="3254375"/>
              <a:ext cx="723900" cy="730250"/>
            </a:xfrm>
            <a:custGeom>
              <a:avLst/>
              <a:gdLst>
                <a:gd name="T0" fmla="*/ 106 w 246"/>
                <a:gd name="T1" fmla="*/ 86 h 249"/>
                <a:gd name="T2" fmla="*/ 109 w 246"/>
                <a:gd name="T3" fmla="*/ 89 h 249"/>
                <a:gd name="T4" fmla="*/ 123 w 246"/>
                <a:gd name="T5" fmla="*/ 86 h 249"/>
                <a:gd name="T6" fmla="*/ 162 w 246"/>
                <a:gd name="T7" fmla="*/ 125 h 249"/>
                <a:gd name="T8" fmla="*/ 159 w 246"/>
                <a:gd name="T9" fmla="*/ 139 h 249"/>
                <a:gd name="T10" fmla="*/ 162 w 246"/>
                <a:gd name="T11" fmla="*/ 142 h 249"/>
                <a:gd name="T12" fmla="*/ 246 w 246"/>
                <a:gd name="T13" fmla="*/ 0 h 249"/>
                <a:gd name="T14" fmla="*/ 106 w 246"/>
                <a:gd name="T15" fmla="*/ 86 h 249"/>
                <a:gd name="T16" fmla="*/ 123 w 246"/>
                <a:gd name="T17" fmla="*/ 163 h 249"/>
                <a:gd name="T18" fmla="*/ 84 w 246"/>
                <a:gd name="T19" fmla="*/ 125 h 249"/>
                <a:gd name="T20" fmla="*/ 87 w 246"/>
                <a:gd name="T21" fmla="*/ 110 h 249"/>
                <a:gd name="T22" fmla="*/ 85 w 246"/>
                <a:gd name="T23" fmla="*/ 107 h 249"/>
                <a:gd name="T24" fmla="*/ 0 w 246"/>
                <a:gd name="T25" fmla="*/ 249 h 249"/>
                <a:gd name="T26" fmla="*/ 140 w 246"/>
                <a:gd name="T27" fmla="*/ 163 h 249"/>
                <a:gd name="T28" fmla="*/ 138 w 246"/>
                <a:gd name="T29" fmla="*/ 160 h 249"/>
                <a:gd name="T30" fmla="*/ 123 w 246"/>
                <a:gd name="T31" fmla="*/ 163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6" h="249">
                  <a:moveTo>
                    <a:pt x="106" y="86"/>
                  </a:moveTo>
                  <a:cubicBezTo>
                    <a:pt x="109" y="89"/>
                    <a:pt x="109" y="89"/>
                    <a:pt x="109" y="89"/>
                  </a:cubicBezTo>
                  <a:cubicBezTo>
                    <a:pt x="113" y="87"/>
                    <a:pt x="118" y="86"/>
                    <a:pt x="123" y="86"/>
                  </a:cubicBezTo>
                  <a:cubicBezTo>
                    <a:pt x="145" y="86"/>
                    <a:pt x="162" y="103"/>
                    <a:pt x="162" y="125"/>
                  </a:cubicBezTo>
                  <a:cubicBezTo>
                    <a:pt x="162" y="130"/>
                    <a:pt x="161" y="135"/>
                    <a:pt x="159" y="139"/>
                  </a:cubicBezTo>
                  <a:cubicBezTo>
                    <a:pt x="162" y="142"/>
                    <a:pt x="162" y="142"/>
                    <a:pt x="162" y="142"/>
                  </a:cubicBezTo>
                  <a:cubicBezTo>
                    <a:pt x="246" y="0"/>
                    <a:pt x="246" y="0"/>
                    <a:pt x="246" y="0"/>
                  </a:cubicBezTo>
                  <a:lnTo>
                    <a:pt x="106" y="86"/>
                  </a:lnTo>
                  <a:close/>
                  <a:moveTo>
                    <a:pt x="123" y="163"/>
                  </a:moveTo>
                  <a:cubicBezTo>
                    <a:pt x="102" y="163"/>
                    <a:pt x="84" y="146"/>
                    <a:pt x="84" y="125"/>
                  </a:cubicBezTo>
                  <a:cubicBezTo>
                    <a:pt x="84" y="119"/>
                    <a:pt x="86" y="114"/>
                    <a:pt x="87" y="110"/>
                  </a:cubicBezTo>
                  <a:cubicBezTo>
                    <a:pt x="85" y="107"/>
                    <a:pt x="85" y="107"/>
                    <a:pt x="85" y="107"/>
                  </a:cubicBezTo>
                  <a:cubicBezTo>
                    <a:pt x="0" y="249"/>
                    <a:pt x="0" y="249"/>
                    <a:pt x="0" y="249"/>
                  </a:cubicBezTo>
                  <a:cubicBezTo>
                    <a:pt x="140" y="163"/>
                    <a:pt x="140" y="163"/>
                    <a:pt x="140" y="163"/>
                  </a:cubicBezTo>
                  <a:cubicBezTo>
                    <a:pt x="138" y="160"/>
                    <a:pt x="138" y="160"/>
                    <a:pt x="138" y="160"/>
                  </a:cubicBezTo>
                  <a:cubicBezTo>
                    <a:pt x="133" y="162"/>
                    <a:pt x="128" y="163"/>
                    <a:pt x="123" y="163"/>
                  </a:cubicBezTo>
                  <a:close/>
                </a:path>
              </a:pathLst>
            </a:custGeom>
            <a:solidFill>
              <a:srgbClr val="23A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>
                <a:solidFill>
                  <a:srgbClr val="7030A0"/>
                </a:solidFill>
              </a:endParaRPr>
            </a:p>
          </p:txBody>
        </p:sp>
        <p:sp>
          <p:nvSpPr>
            <p:cNvPr id="75" name="Freeform 52"/>
            <p:cNvSpPr/>
            <p:nvPr>
              <p:custDataLst>
                <p:tags r:id="rId50"/>
              </p:custDataLst>
            </p:nvPr>
          </p:nvSpPr>
          <p:spPr bwMode="auto">
            <a:xfrm>
              <a:off x="935038" y="2698750"/>
              <a:ext cx="158750" cy="158750"/>
            </a:xfrm>
            <a:custGeom>
              <a:avLst/>
              <a:gdLst>
                <a:gd name="T0" fmla="*/ 27 w 54"/>
                <a:gd name="T1" fmla="*/ 0 h 54"/>
                <a:gd name="T2" fmla="*/ 0 w 54"/>
                <a:gd name="T3" fmla="*/ 27 h 54"/>
                <a:gd name="T4" fmla="*/ 0 w 54"/>
                <a:gd name="T5" fmla="*/ 54 h 54"/>
                <a:gd name="T6" fmla="*/ 29 w 54"/>
                <a:gd name="T7" fmla="*/ 52 h 54"/>
                <a:gd name="T8" fmla="*/ 29 w 54"/>
                <a:gd name="T9" fmla="*/ 52 h 54"/>
                <a:gd name="T10" fmla="*/ 54 w 54"/>
                <a:gd name="T11" fmla="*/ 53 h 54"/>
                <a:gd name="T12" fmla="*/ 54 w 54"/>
                <a:gd name="T13" fmla="*/ 27 h 54"/>
                <a:gd name="T14" fmla="*/ 27 w 54"/>
                <a:gd name="T1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54">
                  <a:moveTo>
                    <a:pt x="27" y="0"/>
                  </a:moveTo>
                  <a:cubicBezTo>
                    <a:pt x="12" y="0"/>
                    <a:pt x="0" y="12"/>
                    <a:pt x="0" y="27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10" y="53"/>
                    <a:pt x="1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38" y="52"/>
                    <a:pt x="46" y="52"/>
                    <a:pt x="54" y="53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12"/>
                    <a:pt x="42" y="0"/>
                    <a:pt x="27" y="0"/>
                  </a:cubicBezTo>
                  <a:close/>
                </a:path>
              </a:pathLst>
            </a:custGeom>
            <a:solidFill>
              <a:srgbClr val="A6C8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>
                <a:solidFill>
                  <a:srgbClr val="7030A0"/>
                </a:solidFill>
              </a:endParaRPr>
            </a:p>
          </p:txBody>
        </p:sp>
      </p:grpSp>
      <p:sp>
        <p:nvSpPr>
          <p:cNvPr id="76" name="TextBox 68"/>
          <p:cNvSpPr txBox="1"/>
          <p:nvPr>
            <p:custDataLst>
              <p:tags r:id="rId51"/>
            </p:custDataLst>
          </p:nvPr>
        </p:nvSpPr>
        <p:spPr>
          <a:xfrm>
            <a:off x="6019817" y="4605866"/>
            <a:ext cx="493406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7030A0"/>
                </a:solidFill>
              </a:rPr>
              <a:t>总结</a:t>
            </a:r>
            <a:endParaRPr lang="zh-CN" sz="3200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2"/>
          <p:cNvSpPr>
            <a:spLocks noGrp="1"/>
          </p:cNvSpPr>
          <p:nvPr>
            <p:ph type="title"/>
          </p:nvPr>
        </p:nvSpPr>
        <p:spPr>
          <a:xfrm>
            <a:off x="1200590" y="370895"/>
            <a:ext cx="7744864" cy="624416"/>
          </a:xfrm>
        </p:spPr>
        <p:txBody>
          <a:bodyPr>
            <a:noAutofit/>
          </a:bodyPr>
          <a:lstStyle/>
          <a:p>
            <a:r>
              <a:rPr lang="zh-CN" altLang="en-US" b="1" dirty="0"/>
              <a:t>背景</a:t>
            </a:r>
            <a:endParaRPr lang="en-US" altLang="zh-CN" b="1" dirty="0"/>
          </a:p>
        </p:txBody>
      </p:sp>
      <p:sp>
        <p:nvSpPr>
          <p:cNvPr id="5" name="矩形 4"/>
          <p:cNvSpPr/>
          <p:nvPr/>
        </p:nvSpPr>
        <p:spPr>
          <a:xfrm>
            <a:off x="903388" y="1298608"/>
            <a:ext cx="10531231" cy="45223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prstClr val="black"/>
                </a:solidFill>
              </a:rPr>
              <a:t>我们的智能体已经拥有许多能力，例如调用 </a:t>
            </a:r>
            <a:r>
              <a:rPr lang="en-US" altLang="zh-CN" sz="2800" dirty="0">
                <a:solidFill>
                  <a:prstClr val="black"/>
                </a:solidFill>
              </a:rPr>
              <a:t>Tools </a:t>
            </a:r>
            <a:r>
              <a:rPr lang="zh-CN" altLang="en-US" sz="2800" dirty="0">
                <a:solidFill>
                  <a:prstClr val="black"/>
                </a:solidFill>
              </a:rPr>
              <a:t>或使用 </a:t>
            </a:r>
            <a:r>
              <a:rPr lang="en-US" altLang="zh-CN" sz="2800" dirty="0">
                <a:solidFill>
                  <a:prstClr val="black"/>
                </a:solidFill>
              </a:rPr>
              <a:t>Skills</a:t>
            </a:r>
            <a:r>
              <a:rPr lang="zh-CN" altLang="en-US" sz="2800" dirty="0">
                <a:solidFill>
                  <a:prstClr val="black"/>
                </a:solidFill>
              </a:rPr>
              <a:t>，但它仍然缺少一些能力：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marL="800100" lvl="1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prstClr val="black"/>
                </a:solidFill>
              </a:rPr>
              <a:t>记忆：</a:t>
            </a:r>
            <a:r>
              <a:rPr lang="zh-CN" altLang="en-US" sz="2800" dirty="0">
                <a:solidFill>
                  <a:prstClr val="black"/>
                </a:solidFill>
              </a:rPr>
              <a:t>如果智能体无法记住先前的交互内容，也无法从历史经验中学习，那么在连续对话或复杂任务中，其表现将受到极大限制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marL="800100" lvl="1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prstClr val="black"/>
                </a:solidFill>
              </a:rPr>
              <a:t>外部知识：</a:t>
            </a:r>
            <a:r>
              <a:rPr lang="zh-CN" altLang="en-US" sz="2800" dirty="0">
                <a:solidFill>
                  <a:prstClr val="black"/>
                </a:solidFill>
              </a:rPr>
              <a:t>如果智能体无法从外部获取知识，将受限于训练数据的截止日期，并且无法覆盖专业领域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marL="342900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b="0" i="0" dirty="0">
                <a:effectLst/>
                <a:latin typeface="Roboto" panose="02000000000000000000" pitchFamily="2" charset="0"/>
              </a:rPr>
              <a:t>因此我们需要 </a:t>
            </a:r>
            <a:r>
              <a:rPr lang="en-US" altLang="zh-CN" sz="2800" b="0" i="0" dirty="0">
                <a:effectLst/>
                <a:latin typeface="Roboto" panose="02000000000000000000" pitchFamily="2" charset="0"/>
              </a:rPr>
              <a:t>Memory &amp; RAG</a:t>
            </a:r>
            <a:endParaRPr lang="zh-CN" altLang="en-US" sz="2800" b="0" i="0" dirty="0">
              <a:effectLst/>
              <a:latin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2"/>
          <p:cNvSpPr>
            <a:spLocks noGrp="1"/>
          </p:cNvSpPr>
          <p:nvPr>
            <p:ph type="title"/>
          </p:nvPr>
        </p:nvSpPr>
        <p:spPr>
          <a:xfrm>
            <a:off x="1200590" y="370895"/>
            <a:ext cx="7744864" cy="624416"/>
          </a:xfrm>
        </p:spPr>
        <p:txBody>
          <a:bodyPr>
            <a:noAutofit/>
          </a:bodyPr>
          <a:lstStyle/>
          <a:p>
            <a:r>
              <a:rPr lang="zh-CN" altLang="en-US" dirty="0"/>
              <a:t>为什么智能体需要记忆</a:t>
            </a:r>
            <a:endParaRPr lang="en-US" altLang="zh-CN" b="1" dirty="0"/>
          </a:p>
        </p:txBody>
      </p:sp>
      <p:sp>
        <p:nvSpPr>
          <p:cNvPr id="5" name="矩形 4"/>
          <p:cNvSpPr/>
          <p:nvPr/>
        </p:nvSpPr>
        <p:spPr>
          <a:xfrm>
            <a:off x="903388" y="1298608"/>
            <a:ext cx="10531231" cy="4686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prstClr val="black"/>
                </a:solidFill>
              </a:rPr>
              <a:t>人类智能的一个重要特征，是能够记住过去经历并从中学习，再将经验迁移到新的情境中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marL="342900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prstClr val="black"/>
                </a:solidFill>
              </a:rPr>
              <a:t>大模型是无状态的，因此无论模型多么强大，如果不进行记忆存储，每一次用户请求都只是独立且无关联的计算：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marL="800100" lvl="1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prstClr val="black"/>
                </a:solidFill>
              </a:rPr>
              <a:t>上下文丢失：</a:t>
            </a:r>
            <a:r>
              <a:rPr lang="en-US" altLang="zh-CN" sz="2400" dirty="0">
                <a:solidFill>
                  <a:prstClr val="black"/>
                </a:solidFill>
              </a:rPr>
              <a:t>Agent </a:t>
            </a:r>
            <a:r>
              <a:rPr lang="zh-CN" altLang="en-US" sz="2400" dirty="0">
                <a:solidFill>
                  <a:prstClr val="black"/>
                </a:solidFill>
              </a:rPr>
              <a:t>无法记住你与它上一次对话的内容</a:t>
            </a:r>
            <a:endParaRPr lang="en-US" altLang="zh-CN" sz="2400" dirty="0">
              <a:solidFill>
                <a:prstClr val="black"/>
              </a:solidFill>
            </a:endParaRPr>
          </a:p>
          <a:p>
            <a:pPr marL="800100" lvl="1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prstClr val="black"/>
                </a:solidFill>
              </a:rPr>
              <a:t>个性化缺失：</a:t>
            </a:r>
            <a:r>
              <a:rPr lang="en-US" altLang="zh-CN" sz="2400" dirty="0">
                <a:solidFill>
                  <a:prstClr val="black"/>
                </a:solidFill>
              </a:rPr>
              <a:t>Agent </a:t>
            </a:r>
            <a:r>
              <a:rPr lang="zh-CN" altLang="en-US" sz="2400" dirty="0">
                <a:solidFill>
                  <a:prstClr val="black"/>
                </a:solidFill>
              </a:rPr>
              <a:t>无法记住用户偏好与习惯，难以动态适应用户需求</a:t>
            </a:r>
            <a:endParaRPr lang="en-US" altLang="zh-CN" sz="2400" dirty="0">
              <a:solidFill>
                <a:prstClr val="black"/>
              </a:solidFill>
            </a:endParaRPr>
          </a:p>
          <a:p>
            <a:pPr marL="800100" lvl="1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prstClr val="black"/>
                </a:solidFill>
              </a:rPr>
              <a:t>学习能力受限：</a:t>
            </a:r>
            <a:r>
              <a:rPr lang="en-US" altLang="zh-CN" sz="2400" dirty="0">
                <a:solidFill>
                  <a:prstClr val="black"/>
                </a:solidFill>
              </a:rPr>
              <a:t>Agent </a:t>
            </a:r>
            <a:r>
              <a:rPr lang="zh-CN" altLang="en-US" sz="2400" dirty="0">
                <a:solidFill>
                  <a:prstClr val="black"/>
                </a:solidFill>
              </a:rPr>
              <a:t>无法从既往问题中吸取教训，下次遇到类似问题仍可能重复犯错</a:t>
            </a:r>
            <a:endParaRPr lang="en-US" altLang="zh-CN" sz="2400" dirty="0">
              <a:solidFill>
                <a:prstClr val="black"/>
              </a:solidFill>
            </a:endParaRPr>
          </a:p>
          <a:p>
            <a:pPr marL="800100" lvl="1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prstClr val="black"/>
                </a:solidFill>
              </a:rPr>
              <a:t>一致性问题：</a:t>
            </a:r>
            <a:r>
              <a:rPr lang="en-US" altLang="zh-CN" sz="2400" dirty="0">
                <a:solidFill>
                  <a:prstClr val="black"/>
                </a:solidFill>
              </a:rPr>
              <a:t>Agent </a:t>
            </a:r>
            <a:r>
              <a:rPr lang="zh-CN" altLang="en-US" sz="2400" dirty="0">
                <a:solidFill>
                  <a:prstClr val="black"/>
                </a:solidFill>
              </a:rPr>
              <a:t>可能给出前后矛盾的回答，难以保证长期一致性</a:t>
            </a:r>
            <a:endParaRPr lang="en-US" altLang="zh-CN" sz="2400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2"/>
          <p:cNvSpPr>
            <a:spLocks noGrp="1"/>
          </p:cNvSpPr>
          <p:nvPr>
            <p:ph type="title"/>
          </p:nvPr>
        </p:nvSpPr>
        <p:spPr>
          <a:xfrm>
            <a:off x="1200590" y="370895"/>
            <a:ext cx="7744864" cy="624416"/>
          </a:xfrm>
        </p:spPr>
        <p:txBody>
          <a:bodyPr>
            <a:noAutofit/>
          </a:bodyPr>
          <a:lstStyle/>
          <a:p>
            <a:r>
              <a:rPr lang="zh-CN" altLang="en-US" dirty="0"/>
              <a:t>人类的记忆系统</a:t>
            </a:r>
            <a:endParaRPr lang="en-US" altLang="zh-CN" b="1" dirty="0"/>
          </a:p>
        </p:txBody>
      </p:sp>
      <p:sp>
        <p:nvSpPr>
          <p:cNvPr id="3" name="矩形: 圆角 2"/>
          <p:cNvSpPr/>
          <p:nvPr/>
        </p:nvSpPr>
        <p:spPr>
          <a:xfrm>
            <a:off x="676274" y="3211741"/>
            <a:ext cx="1609725" cy="62441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环境输入</a:t>
            </a:r>
            <a:endParaRPr lang="zh-CN" altLang="en-US" dirty="0"/>
          </a:p>
        </p:txBody>
      </p:sp>
      <p:sp>
        <p:nvSpPr>
          <p:cNvPr id="7" name="矩形: 圆角 6"/>
          <p:cNvSpPr/>
          <p:nvPr/>
        </p:nvSpPr>
        <p:spPr>
          <a:xfrm>
            <a:off x="3189391" y="1437977"/>
            <a:ext cx="2333626" cy="449897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: 圆角 7"/>
          <p:cNvSpPr/>
          <p:nvPr/>
        </p:nvSpPr>
        <p:spPr>
          <a:xfrm>
            <a:off x="3551342" y="1864485"/>
            <a:ext cx="1609725" cy="62441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视觉</a:t>
            </a:r>
            <a:endParaRPr lang="zh-CN" altLang="en-US" dirty="0"/>
          </a:p>
        </p:txBody>
      </p:sp>
      <p:sp>
        <p:nvSpPr>
          <p:cNvPr id="9" name="矩形: 圆角 8"/>
          <p:cNvSpPr/>
          <p:nvPr/>
        </p:nvSpPr>
        <p:spPr>
          <a:xfrm>
            <a:off x="3551342" y="2895302"/>
            <a:ext cx="1609725" cy="62441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听觉</a:t>
            </a:r>
            <a:endParaRPr lang="zh-CN" altLang="en-US" dirty="0"/>
          </a:p>
        </p:txBody>
      </p:sp>
      <p:sp>
        <p:nvSpPr>
          <p:cNvPr id="10" name="矩形: 圆角 9"/>
          <p:cNvSpPr/>
          <p:nvPr/>
        </p:nvSpPr>
        <p:spPr>
          <a:xfrm>
            <a:off x="3551342" y="3926119"/>
            <a:ext cx="1609725" cy="62441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触觉</a:t>
            </a:r>
            <a:endParaRPr lang="zh-CN" altLang="en-US" dirty="0"/>
          </a:p>
        </p:txBody>
      </p:sp>
      <p:sp>
        <p:nvSpPr>
          <p:cNvPr id="11" name="矩形: 圆角 10"/>
          <p:cNvSpPr/>
          <p:nvPr/>
        </p:nvSpPr>
        <p:spPr>
          <a:xfrm>
            <a:off x="3551342" y="4956936"/>
            <a:ext cx="1609725" cy="62441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12" name="矩形: 圆角 11"/>
          <p:cNvSpPr/>
          <p:nvPr/>
        </p:nvSpPr>
        <p:spPr>
          <a:xfrm>
            <a:off x="6429373" y="3211741"/>
            <a:ext cx="1609725" cy="624416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工作记忆</a:t>
            </a:r>
            <a:endParaRPr lang="zh-CN" altLang="en-US" dirty="0"/>
          </a:p>
        </p:txBody>
      </p:sp>
      <p:sp>
        <p:nvSpPr>
          <p:cNvPr id="13" name="矩形: 圆角 12"/>
          <p:cNvSpPr/>
          <p:nvPr/>
        </p:nvSpPr>
        <p:spPr>
          <a:xfrm>
            <a:off x="8945454" y="3211741"/>
            <a:ext cx="1609725" cy="6244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长期记忆</a:t>
            </a:r>
            <a:endParaRPr lang="zh-CN" altLang="en-US" dirty="0"/>
          </a:p>
        </p:txBody>
      </p:sp>
      <p:sp>
        <p:nvSpPr>
          <p:cNvPr id="6" name="箭头: 右 5"/>
          <p:cNvSpPr/>
          <p:nvPr/>
        </p:nvSpPr>
        <p:spPr>
          <a:xfrm>
            <a:off x="2439582" y="3340373"/>
            <a:ext cx="568833" cy="3586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右 14"/>
          <p:cNvSpPr/>
          <p:nvPr/>
        </p:nvSpPr>
        <p:spPr>
          <a:xfrm>
            <a:off x="5691778" y="3340373"/>
            <a:ext cx="568833" cy="3586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右 15"/>
          <p:cNvSpPr/>
          <p:nvPr/>
        </p:nvSpPr>
        <p:spPr>
          <a:xfrm>
            <a:off x="8207859" y="3302757"/>
            <a:ext cx="568833" cy="1793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右 16"/>
          <p:cNvSpPr/>
          <p:nvPr/>
        </p:nvSpPr>
        <p:spPr>
          <a:xfrm flipH="1">
            <a:off x="8207859" y="3609390"/>
            <a:ext cx="568832" cy="1793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774434" y="1034452"/>
            <a:ext cx="1163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感觉记忆</a:t>
            </a:r>
            <a:endParaRPr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3774437" y="6462034"/>
            <a:ext cx="1163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遗忘</a:t>
            </a:r>
            <a:endParaRPr lang="zh-CN" altLang="en-US" dirty="0"/>
          </a:p>
        </p:txBody>
      </p:sp>
      <p:sp>
        <p:nvSpPr>
          <p:cNvPr id="21" name="箭头: 右 20"/>
          <p:cNvSpPr/>
          <p:nvPr/>
        </p:nvSpPr>
        <p:spPr>
          <a:xfrm rot="5400000">
            <a:off x="4166994" y="6124314"/>
            <a:ext cx="378414" cy="2236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6668985" y="4327055"/>
            <a:ext cx="1163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遗忘</a:t>
            </a:r>
            <a:endParaRPr lang="zh-CN" altLang="en-US" dirty="0"/>
          </a:p>
        </p:txBody>
      </p:sp>
      <p:sp>
        <p:nvSpPr>
          <p:cNvPr id="23" name="箭头: 右 22"/>
          <p:cNvSpPr/>
          <p:nvPr/>
        </p:nvSpPr>
        <p:spPr>
          <a:xfrm rot="5400000">
            <a:off x="7045028" y="4003480"/>
            <a:ext cx="378414" cy="2236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上弧形 17"/>
          <p:cNvSpPr/>
          <p:nvPr/>
        </p:nvSpPr>
        <p:spPr>
          <a:xfrm>
            <a:off x="6652468" y="2578863"/>
            <a:ext cx="1163533" cy="48289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652467" y="2176693"/>
            <a:ext cx="1163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处理</a:t>
            </a:r>
            <a:endParaRPr lang="zh-CN" altLang="en-US" dirty="0"/>
          </a:p>
        </p:txBody>
      </p:sp>
      <p:sp>
        <p:nvSpPr>
          <p:cNvPr id="25" name="文本框 24"/>
          <p:cNvSpPr txBox="1"/>
          <p:nvPr/>
        </p:nvSpPr>
        <p:spPr>
          <a:xfrm>
            <a:off x="7910508" y="2806137"/>
            <a:ext cx="1163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存储</a:t>
            </a:r>
            <a:endParaRPr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7910508" y="3957723"/>
            <a:ext cx="1163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提取</a:t>
            </a:r>
            <a:endParaRPr lang="zh-CN" altLang="en-US" dirty="0"/>
          </a:p>
        </p:txBody>
      </p:sp>
      <p:sp>
        <p:nvSpPr>
          <p:cNvPr id="27" name="文本框 26"/>
          <p:cNvSpPr txBox="1"/>
          <p:nvPr/>
        </p:nvSpPr>
        <p:spPr>
          <a:xfrm>
            <a:off x="9221685" y="4327055"/>
            <a:ext cx="1163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遗忘</a:t>
            </a:r>
            <a:endParaRPr lang="zh-CN" altLang="en-US" dirty="0"/>
          </a:p>
        </p:txBody>
      </p:sp>
      <p:sp>
        <p:nvSpPr>
          <p:cNvPr id="28" name="箭头: 右 27"/>
          <p:cNvSpPr/>
          <p:nvPr/>
        </p:nvSpPr>
        <p:spPr>
          <a:xfrm rot="5400000">
            <a:off x="9597728" y="4003480"/>
            <a:ext cx="378414" cy="2236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2"/>
          <p:cNvSpPr>
            <a:spLocks noGrp="1"/>
          </p:cNvSpPr>
          <p:nvPr>
            <p:ph type="title"/>
          </p:nvPr>
        </p:nvSpPr>
        <p:spPr>
          <a:xfrm>
            <a:off x="1200590" y="370895"/>
            <a:ext cx="7744864" cy="624416"/>
          </a:xfrm>
        </p:spPr>
        <p:txBody>
          <a:bodyPr>
            <a:noAutofit/>
          </a:bodyPr>
          <a:lstStyle/>
          <a:p>
            <a:r>
              <a:rPr lang="zh-CN" altLang="en-US" dirty="0"/>
              <a:t>人类的记忆系统</a:t>
            </a:r>
            <a:endParaRPr lang="en-US" altLang="zh-CN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903388" y="1298608"/>
                <a:ext cx="10531231" cy="45182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defTabSz="12192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prstClr val="black"/>
                    </a:solidFill>
                  </a:rPr>
                  <a:t>感觉记忆：持续时间极短，超大容量，暂时保存感官接收到的信息</a:t>
                </a:r>
                <a:endParaRPr lang="en-US" altLang="zh-CN" sz="2400" dirty="0">
                  <a:solidFill>
                    <a:prstClr val="black"/>
                  </a:solidFill>
                </a:endParaRPr>
              </a:p>
              <a:p>
                <a:pPr marL="342900" indent="-342900" defTabSz="12192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prstClr val="black"/>
                    </a:solidFill>
                  </a:rPr>
                  <a:t>工作记忆：持续时间有限，容量有限（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7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 2</a:t>
                </a:r>
                <a:r>
                  <a:rPr lang="zh-CN" altLang="en-US" sz="2800" dirty="0">
                    <a:solidFill>
                      <a:prstClr val="black"/>
                    </a:solidFill>
                  </a:rPr>
                  <a:t>），负责当前任务的信息处理</a:t>
                </a:r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marL="342900" indent="-342900" defTabSz="12192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prstClr val="black"/>
                    </a:solidFill>
                  </a:rPr>
                  <a:t>长期记忆：持续时间长，容量无限，存储许多东西</a:t>
                </a:r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marL="800100" lvl="1" indent="-342900" defTabSz="12192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prstClr val="black"/>
                    </a:solidFill>
                  </a:rPr>
                  <a:t>程序性记忆：技能和习惯</a:t>
                </a:r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marL="800100" lvl="1" indent="-342900" defTabSz="12192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prstClr val="black"/>
                    </a:solidFill>
                  </a:rPr>
                  <a:t>情景记忆：经历和事件</a:t>
                </a:r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marL="800100" lvl="1" indent="-342900" defTabSz="12192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prstClr val="black"/>
                    </a:solidFill>
                  </a:rPr>
                  <a:t>语义记忆：一般知识概念</a:t>
                </a:r>
                <a:endParaRPr lang="en-US" altLang="zh-CN" sz="2800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388" y="1298608"/>
                <a:ext cx="10531231" cy="4518288"/>
              </a:xfrm>
              <a:prstGeom prst="rect">
                <a:avLst/>
              </a:prstGeom>
              <a:blipFill rotWithShape="1">
                <a:blip r:embed="rId1"/>
                <a:stretch>
                  <a:fillRect l="-4" t="-1" r="2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485775" y="6248400"/>
            <a:ext cx="4819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[1] </a:t>
            </a:r>
            <a:r>
              <a:rPr lang="zh-CN" altLang="en-US" dirty="0">
                <a:hlinkClick r:id="rId2"/>
              </a:rPr>
              <a:t>记忆</a:t>
            </a:r>
            <a:r>
              <a:rPr lang="zh-CN" altLang="en-US" dirty="0"/>
              <a:t> </a:t>
            </a:r>
            <a:r>
              <a:rPr lang="en-US" altLang="zh-CN" dirty="0"/>
              <a:t>– </a:t>
            </a:r>
            <a:r>
              <a:rPr lang="zh-CN" altLang="en-US" dirty="0"/>
              <a:t>维基百科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2"/>
          <p:cNvSpPr>
            <a:spLocks noGrp="1"/>
          </p:cNvSpPr>
          <p:nvPr>
            <p:ph type="title"/>
          </p:nvPr>
        </p:nvSpPr>
        <p:spPr>
          <a:xfrm>
            <a:off x="1200590" y="370895"/>
            <a:ext cx="7744864" cy="624416"/>
          </a:xfrm>
        </p:spPr>
        <p:txBody>
          <a:bodyPr>
            <a:noAutofit/>
          </a:bodyPr>
          <a:lstStyle/>
          <a:p>
            <a:r>
              <a:rPr lang="zh-CN" altLang="en-US" dirty="0"/>
              <a:t>智能体需要什么？</a:t>
            </a:r>
            <a:endParaRPr lang="en-US" altLang="zh-CN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903388" y="1298608"/>
                <a:ext cx="10531231" cy="45182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defTabSz="12192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prstClr val="black"/>
                    </a:solidFill>
                  </a:rPr>
                  <a:t>感觉记忆：持续时间极短，超大容量，暂时保存感官接收到的信息</a:t>
                </a:r>
                <a:endParaRPr lang="en-US" altLang="zh-CN" sz="2400" dirty="0">
                  <a:solidFill>
                    <a:prstClr val="black"/>
                  </a:solidFill>
                </a:endParaRPr>
              </a:p>
              <a:p>
                <a:pPr marL="342900" indent="-342900" defTabSz="12192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prstClr val="black"/>
                    </a:solidFill>
                  </a:rPr>
                  <a:t>工作记忆：持续时间有限，容量有限（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7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 2</a:t>
                </a:r>
                <a:r>
                  <a:rPr lang="zh-CN" altLang="en-US" sz="2800" dirty="0">
                    <a:solidFill>
                      <a:prstClr val="black"/>
                    </a:solidFill>
                  </a:rPr>
                  <a:t>），负责当前任务的信息处理</a:t>
                </a:r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marL="342900" indent="-342900" defTabSz="12192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prstClr val="black"/>
                    </a:solidFill>
                  </a:rPr>
                  <a:t>长期记忆：持续时间长，容量无限，存储许多东西</a:t>
                </a:r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marL="800100" lvl="1" indent="-342900" defTabSz="12192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prstClr val="black"/>
                    </a:solidFill>
                  </a:rPr>
                  <a:t>程序性记忆：技能和习惯</a:t>
                </a:r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marL="800100" lvl="1" indent="-342900" defTabSz="12192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prstClr val="black"/>
                    </a:solidFill>
                  </a:rPr>
                  <a:t>情景记忆：经历和事件</a:t>
                </a:r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marL="800100" lvl="1" indent="-342900" defTabSz="12192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prstClr val="black"/>
                    </a:solidFill>
                  </a:rPr>
                  <a:t>语义记忆：一般知识概念</a:t>
                </a:r>
                <a:endParaRPr lang="en-US" altLang="zh-CN" sz="2800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388" y="1298608"/>
                <a:ext cx="10531231" cy="4518288"/>
              </a:xfrm>
              <a:prstGeom prst="rect">
                <a:avLst/>
              </a:prstGeom>
              <a:blipFill rotWithShape="1">
                <a:blip r:embed="rId1"/>
                <a:stretch>
                  <a:fillRect l="-4" t="-1" r="2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485775" y="6248400"/>
            <a:ext cx="4819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[1] </a:t>
            </a:r>
            <a:r>
              <a:rPr lang="zh-CN" altLang="en-US" dirty="0">
                <a:hlinkClick r:id="rId2"/>
              </a:rPr>
              <a:t>记忆</a:t>
            </a:r>
            <a:r>
              <a:rPr lang="zh-CN" altLang="en-US" dirty="0"/>
              <a:t> </a:t>
            </a:r>
            <a:r>
              <a:rPr lang="en-US" altLang="zh-CN" dirty="0"/>
              <a:t>– </a:t>
            </a:r>
            <a:r>
              <a:rPr lang="zh-CN" altLang="en-US" dirty="0"/>
              <a:t>维基百科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3367086" y="2753279"/>
            <a:ext cx="8824914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5400" dirty="0">
                <a:solidFill>
                  <a:srgbClr val="FF0000"/>
                </a:solidFill>
              </a:rPr>
              <a:t>√</a:t>
            </a:r>
            <a:r>
              <a:rPr lang="zh-CN" altLang="en-US" sz="2800" dirty="0">
                <a:solidFill>
                  <a:srgbClr val="FF0000"/>
                </a:solidFill>
              </a:rPr>
              <a:t>智能体处理任务过程中</a:t>
            </a:r>
            <a:endParaRPr lang="zh-CN" altLang="en-US" sz="5400" dirty="0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05425" y="4448729"/>
            <a:ext cx="8824914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5400" dirty="0">
                <a:solidFill>
                  <a:srgbClr val="FF0000"/>
                </a:solidFill>
              </a:rPr>
              <a:t>√</a:t>
            </a:r>
            <a:r>
              <a:rPr lang="zh-CN" altLang="en-US" sz="2800" dirty="0">
                <a:solidFill>
                  <a:srgbClr val="FF0000"/>
                </a:solidFill>
              </a:rPr>
              <a:t>智能体追踪进度等</a:t>
            </a:r>
            <a:endParaRPr lang="zh-CN" altLang="en-US" sz="5400" dirty="0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591175" y="5131280"/>
            <a:ext cx="6248400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5400" dirty="0">
                <a:solidFill>
                  <a:srgbClr val="FF0000"/>
                </a:solidFill>
              </a:rPr>
              <a:t>√</a:t>
            </a:r>
            <a:r>
              <a:rPr lang="zh-CN" altLang="en-US" sz="2800" dirty="0">
                <a:solidFill>
                  <a:srgbClr val="FF0000"/>
                </a:solidFill>
              </a:rPr>
              <a:t>智能体需要保留一些特定的知识</a:t>
            </a:r>
            <a:endParaRPr lang="zh-CN" altLang="en-US" sz="5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2"/>
          <p:cNvSpPr>
            <a:spLocks noGrp="1"/>
          </p:cNvSpPr>
          <p:nvPr>
            <p:ph type="title"/>
          </p:nvPr>
        </p:nvSpPr>
        <p:spPr>
          <a:xfrm>
            <a:off x="1200590" y="370895"/>
            <a:ext cx="7744864" cy="624416"/>
          </a:xfrm>
        </p:spPr>
        <p:txBody>
          <a:bodyPr>
            <a:noAutofit/>
          </a:bodyPr>
          <a:lstStyle/>
          <a:p>
            <a:r>
              <a:rPr lang="zh-CN" altLang="en-US" dirty="0"/>
              <a:t>为什么智能体需要检索增强生成</a:t>
            </a:r>
            <a:endParaRPr lang="en-US" altLang="zh-CN" b="1" dirty="0"/>
          </a:p>
        </p:txBody>
      </p:sp>
      <p:sp>
        <p:nvSpPr>
          <p:cNvPr id="5" name="矩形 4"/>
          <p:cNvSpPr/>
          <p:nvPr/>
        </p:nvSpPr>
        <p:spPr>
          <a:xfrm>
            <a:off x="903388" y="1298608"/>
            <a:ext cx="10531231" cy="4598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prstClr val="black"/>
                </a:solidFill>
              </a:rPr>
              <a:t>LLM </a:t>
            </a:r>
            <a:r>
              <a:rPr lang="zh-CN" altLang="en-US" sz="2800" dirty="0">
                <a:solidFill>
                  <a:prstClr val="black"/>
                </a:solidFill>
              </a:rPr>
              <a:t>的另一个核心局限在于其知识是静态且有限的：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marL="800100" lvl="1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prstClr val="black"/>
                </a:solidFill>
              </a:rPr>
              <a:t>知识时效性：</a:t>
            </a:r>
            <a:r>
              <a:rPr lang="zh-CN" altLang="en-US" sz="2400" dirty="0">
                <a:solidFill>
                  <a:prstClr val="black"/>
                </a:solidFill>
              </a:rPr>
              <a:t>大模型训练数据存在截止日期，因此无法了解该时间点之后的新事件与新知识</a:t>
            </a:r>
            <a:endParaRPr lang="en-US" altLang="zh-CN" sz="2400" dirty="0">
              <a:solidFill>
                <a:prstClr val="black"/>
              </a:solidFill>
            </a:endParaRPr>
          </a:p>
          <a:p>
            <a:pPr marL="800100" lvl="1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prstClr val="black"/>
                </a:solidFill>
              </a:rPr>
              <a:t>专业领域覆盖不足：</a:t>
            </a:r>
            <a:r>
              <a:rPr lang="zh-CN" altLang="en-US" sz="2400" dirty="0">
                <a:solidFill>
                  <a:prstClr val="black"/>
                </a:solidFill>
              </a:rPr>
              <a:t>训练数据虽然庞大，但仍无法覆盖所有领域，尤其是专业或小众领域</a:t>
            </a:r>
            <a:endParaRPr lang="en-US" altLang="zh-CN" sz="2400" dirty="0">
              <a:solidFill>
                <a:prstClr val="black"/>
              </a:solidFill>
            </a:endParaRPr>
          </a:p>
          <a:p>
            <a:pPr marL="800100" lvl="1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prstClr val="black"/>
                </a:solidFill>
              </a:rPr>
              <a:t>知识准确性风险：</a:t>
            </a:r>
            <a:r>
              <a:rPr lang="zh-CN" altLang="en-US" sz="2400" dirty="0">
                <a:solidFill>
                  <a:prstClr val="black"/>
                </a:solidFill>
              </a:rPr>
              <a:t>训练数据可能包含错误或过时信息；通过检索验证，可降低模型幻觉</a:t>
            </a:r>
            <a:endParaRPr lang="en-US" altLang="zh-CN" sz="2400" dirty="0">
              <a:solidFill>
                <a:prstClr val="black"/>
              </a:solidFill>
            </a:endParaRPr>
          </a:p>
          <a:p>
            <a:pPr marL="342900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prstClr val="black"/>
                </a:solidFill>
              </a:rPr>
              <a:t>为了解决这些问题，我们可以引入检索增强生成</a:t>
            </a:r>
            <a:br>
              <a:rPr lang="en-US" altLang="zh-CN" sz="2800" dirty="0">
                <a:solidFill>
                  <a:prstClr val="black"/>
                </a:solidFill>
              </a:rPr>
            </a:br>
            <a:r>
              <a:rPr lang="zh-CN" altLang="en-US" sz="2800" dirty="0">
                <a:solidFill>
                  <a:prstClr val="black"/>
                </a:solidFill>
              </a:rPr>
              <a:t>（</a:t>
            </a:r>
            <a:r>
              <a:rPr lang="en-US" altLang="zh-CN" sz="2800" dirty="0">
                <a:solidFill>
                  <a:prstClr val="black"/>
                </a:solidFill>
              </a:rPr>
              <a:t>Retrieval-Augmented Generation, RAG</a:t>
            </a:r>
            <a:r>
              <a:rPr lang="zh-CN" altLang="en-US" sz="2800" dirty="0">
                <a:solidFill>
                  <a:prstClr val="black"/>
                </a:solidFill>
              </a:rPr>
              <a:t>）技术</a:t>
            </a:r>
            <a:endParaRPr lang="en-US" altLang="zh-CN" sz="2800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2"/>
          <p:cNvSpPr>
            <a:spLocks noGrp="1"/>
          </p:cNvSpPr>
          <p:nvPr>
            <p:ph type="title"/>
          </p:nvPr>
        </p:nvSpPr>
        <p:spPr>
          <a:xfrm>
            <a:off x="1200590" y="370895"/>
            <a:ext cx="7744864" cy="624416"/>
          </a:xfrm>
        </p:spPr>
        <p:txBody>
          <a:bodyPr>
            <a:noAutofit/>
          </a:bodyPr>
          <a:lstStyle/>
          <a:p>
            <a:r>
              <a:rPr lang="zh-CN" altLang="en-US" dirty="0"/>
              <a:t>检索增强生成（</a:t>
            </a:r>
            <a:r>
              <a:rPr lang="en-US" altLang="zh-CN" dirty="0"/>
              <a:t>RAG</a:t>
            </a:r>
            <a:r>
              <a:rPr lang="zh-CN" altLang="en-US" dirty="0"/>
              <a:t>）</a:t>
            </a:r>
            <a:endParaRPr lang="en-US" altLang="zh-CN" b="1" dirty="0"/>
          </a:p>
        </p:txBody>
      </p:sp>
      <p:sp>
        <p:nvSpPr>
          <p:cNvPr id="5" name="矩形 4"/>
          <p:cNvSpPr/>
          <p:nvPr/>
        </p:nvSpPr>
        <p:spPr>
          <a:xfrm>
            <a:off x="903388" y="1298608"/>
            <a:ext cx="10531231" cy="17175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prstClr val="black"/>
                </a:solidFill>
              </a:rPr>
              <a:t>RAG </a:t>
            </a:r>
            <a:r>
              <a:rPr lang="zh-CN" altLang="en-US" sz="2800" dirty="0">
                <a:solidFill>
                  <a:prstClr val="black"/>
                </a:solidFill>
              </a:rPr>
              <a:t>的核心思想是将外部知识库与生成模型结合：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marL="800100" lvl="1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prstClr val="black"/>
                </a:solidFill>
              </a:rPr>
              <a:t>在生成回答前，先检索相关信息，再将检索结果作为上下文输入模型，从而提高回答的准确性与时效性</a:t>
            </a:r>
            <a:endParaRPr lang="en-US" altLang="zh-CN" sz="2800" dirty="0">
              <a:solidFill>
                <a:prstClr val="black"/>
              </a:solidFill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903388" y="3619500"/>
            <a:ext cx="1487387" cy="647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用户查询</a:t>
            </a:r>
            <a:endParaRPr lang="zh-CN" altLang="en-US" dirty="0"/>
          </a:p>
        </p:txBody>
      </p:sp>
      <p:sp>
        <p:nvSpPr>
          <p:cNvPr id="6" name="矩形: 圆角 5"/>
          <p:cNvSpPr/>
          <p:nvPr/>
        </p:nvSpPr>
        <p:spPr>
          <a:xfrm>
            <a:off x="903388" y="5314950"/>
            <a:ext cx="1487387" cy="6477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知识库检索</a:t>
            </a:r>
            <a:endParaRPr lang="zh-CN" altLang="en-US" dirty="0"/>
          </a:p>
        </p:txBody>
      </p:sp>
      <p:sp>
        <p:nvSpPr>
          <p:cNvPr id="7" name="矩形: 圆角 6"/>
          <p:cNvSpPr/>
          <p:nvPr/>
        </p:nvSpPr>
        <p:spPr>
          <a:xfrm>
            <a:off x="9220200" y="3619500"/>
            <a:ext cx="2068412" cy="6477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大模型生成结果</a:t>
            </a:r>
            <a:endParaRPr lang="zh-CN" altLang="en-US" dirty="0"/>
          </a:p>
        </p:txBody>
      </p:sp>
      <p:cxnSp>
        <p:nvCxnSpPr>
          <p:cNvPr id="4" name="直接箭头连接符 3"/>
          <p:cNvCxnSpPr>
            <a:stCxn id="2" idx="2"/>
            <a:endCxn id="6" idx="0"/>
          </p:cNvCxnSpPr>
          <p:nvPr/>
        </p:nvCxnSpPr>
        <p:spPr>
          <a:xfrm>
            <a:off x="1647082" y="4267200"/>
            <a:ext cx="0" cy="10477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>
            <a:stCxn id="2" idx="3"/>
            <a:endCxn id="12" idx="1"/>
          </p:cNvCxnSpPr>
          <p:nvPr/>
        </p:nvCxnSpPr>
        <p:spPr>
          <a:xfrm>
            <a:off x="2390775" y="3943350"/>
            <a:ext cx="377822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: 圆角 11"/>
          <p:cNvSpPr/>
          <p:nvPr/>
        </p:nvSpPr>
        <p:spPr>
          <a:xfrm>
            <a:off x="6169003" y="3619500"/>
            <a:ext cx="2068412" cy="6477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Prompt </a:t>
            </a:r>
            <a:r>
              <a:rPr lang="zh-CN" altLang="en-US" dirty="0"/>
              <a:t>拼接</a:t>
            </a:r>
            <a:endParaRPr lang="zh-CN" altLang="en-US" dirty="0"/>
          </a:p>
        </p:txBody>
      </p:sp>
      <p:cxnSp>
        <p:nvCxnSpPr>
          <p:cNvPr id="15" name="直接箭头连接符 14"/>
          <p:cNvCxnSpPr>
            <a:stCxn id="12" idx="3"/>
            <a:endCxn id="7" idx="1"/>
          </p:cNvCxnSpPr>
          <p:nvPr/>
        </p:nvCxnSpPr>
        <p:spPr>
          <a:xfrm>
            <a:off x="8237415" y="3943350"/>
            <a:ext cx="98278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3623517" y="3551278"/>
            <a:ext cx="1163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原始查询</a:t>
            </a:r>
            <a:endParaRPr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1777014" y="4560926"/>
            <a:ext cx="3515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原始查询（可结合高级检索策略）</a:t>
            </a:r>
            <a:endParaRPr lang="zh-CN" altLang="en-US" dirty="0"/>
          </a:p>
        </p:txBody>
      </p:sp>
      <p:cxnSp>
        <p:nvCxnSpPr>
          <p:cNvPr id="21" name="直接箭头连接符 20"/>
          <p:cNvCxnSpPr>
            <a:stCxn id="6" idx="3"/>
          </p:cNvCxnSpPr>
          <p:nvPr/>
        </p:nvCxnSpPr>
        <p:spPr>
          <a:xfrm>
            <a:off x="2390775" y="5638800"/>
            <a:ext cx="481243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endCxn id="12" idx="2"/>
          </p:cNvCxnSpPr>
          <p:nvPr/>
        </p:nvCxnSpPr>
        <p:spPr>
          <a:xfrm flipV="1">
            <a:off x="7203209" y="4267200"/>
            <a:ext cx="0" cy="13716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4128948" y="5708012"/>
            <a:ext cx="1163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检索结果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2"/>
          <p:cNvSpPr>
            <a:spLocks noGrp="1"/>
          </p:cNvSpPr>
          <p:nvPr>
            <p:ph type="title"/>
          </p:nvPr>
        </p:nvSpPr>
        <p:spPr>
          <a:xfrm>
            <a:off x="1200590" y="370895"/>
            <a:ext cx="7744864" cy="624416"/>
          </a:xfrm>
        </p:spPr>
        <p:txBody>
          <a:bodyPr>
            <a:noAutofit/>
          </a:bodyPr>
          <a:lstStyle/>
          <a:p>
            <a:r>
              <a:rPr lang="zh-CN" altLang="en-US" dirty="0"/>
              <a:t>检索增强生成（</a:t>
            </a:r>
            <a:r>
              <a:rPr lang="en-US" altLang="zh-CN" dirty="0"/>
              <a:t>RAG</a:t>
            </a:r>
            <a:r>
              <a:rPr lang="zh-CN" altLang="en-US" dirty="0"/>
              <a:t>）</a:t>
            </a:r>
            <a:endParaRPr lang="en-US" altLang="zh-CN" b="1" dirty="0"/>
          </a:p>
        </p:txBody>
      </p:sp>
      <p:sp>
        <p:nvSpPr>
          <p:cNvPr id="5" name="矩形 4"/>
          <p:cNvSpPr/>
          <p:nvPr/>
        </p:nvSpPr>
        <p:spPr>
          <a:xfrm>
            <a:off x="903388" y="1298608"/>
            <a:ext cx="10531231" cy="25255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prstClr val="black"/>
                </a:solidFill>
              </a:rPr>
              <a:t>RAG</a:t>
            </a:r>
            <a:r>
              <a:rPr lang="zh-CN" altLang="en-US" sz="2800" dirty="0">
                <a:solidFill>
                  <a:prstClr val="black"/>
                </a:solidFill>
              </a:rPr>
              <a:t>的实现通常包括两个核心环节：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marL="800100" lvl="1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prstClr val="black"/>
                </a:solidFill>
              </a:rPr>
              <a:t>数据准备阶段：</a:t>
            </a:r>
            <a:r>
              <a:rPr lang="zh-CN" altLang="en-US" sz="2400" dirty="0">
                <a:solidFill>
                  <a:prstClr val="black"/>
                </a:solidFill>
              </a:rPr>
              <a:t>通过数据提取、文本分割与向量化，将外部知识库中的文本转换为向量表示，并存储至向量数据库</a:t>
            </a:r>
            <a:endParaRPr lang="en-US" altLang="zh-CN" sz="2400" dirty="0">
              <a:solidFill>
                <a:prstClr val="black"/>
              </a:solidFill>
            </a:endParaRPr>
          </a:p>
          <a:p>
            <a:pPr marL="800100" lvl="1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prstClr val="black"/>
                </a:solidFill>
              </a:rPr>
              <a:t>检索与生成阶段：</a:t>
            </a:r>
            <a:r>
              <a:rPr lang="zh-CN" altLang="en-US" sz="2400" dirty="0">
                <a:solidFill>
                  <a:prstClr val="black"/>
                </a:solidFill>
              </a:rPr>
              <a:t>当用户提出查询时，系统从数据库检索相关信息，将其注入 </a:t>
            </a:r>
            <a:r>
              <a:rPr lang="en-US" altLang="zh-CN" sz="2400" dirty="0">
                <a:solidFill>
                  <a:prstClr val="black"/>
                </a:solidFill>
              </a:rPr>
              <a:t>Prompt</a:t>
            </a:r>
            <a:r>
              <a:rPr lang="zh-CN" altLang="en-US" sz="2400" dirty="0">
                <a:solidFill>
                  <a:prstClr val="black"/>
                </a:solidFill>
              </a:rPr>
              <a:t>，最终驱动大语言模型生成答案</a:t>
            </a:r>
            <a:endParaRPr lang="en-US" altLang="zh-CN" sz="2400" dirty="0">
              <a:solidFill>
                <a:prstClr val="black"/>
              </a:solidFill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5091934" y="4911692"/>
            <a:ext cx="1487387" cy="6477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知识库</a:t>
            </a:r>
            <a:endParaRPr lang="zh-CN" altLang="en-US" dirty="0"/>
          </a:p>
        </p:txBody>
      </p:sp>
      <p:sp>
        <p:nvSpPr>
          <p:cNvPr id="22" name="矩形: 圆角 21"/>
          <p:cNvSpPr/>
          <p:nvPr/>
        </p:nvSpPr>
        <p:spPr>
          <a:xfrm>
            <a:off x="2085231" y="3947801"/>
            <a:ext cx="1487387" cy="6477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文档</a:t>
            </a:r>
            <a:endParaRPr lang="zh-CN" altLang="en-US" dirty="0"/>
          </a:p>
        </p:txBody>
      </p:sp>
      <p:sp>
        <p:nvSpPr>
          <p:cNvPr id="23" name="矩形: 圆角 22"/>
          <p:cNvSpPr/>
          <p:nvPr/>
        </p:nvSpPr>
        <p:spPr>
          <a:xfrm>
            <a:off x="2085231" y="4911692"/>
            <a:ext cx="1487387" cy="6477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图片</a:t>
            </a:r>
            <a:endParaRPr lang="zh-CN" altLang="en-US" dirty="0"/>
          </a:p>
        </p:txBody>
      </p:sp>
      <p:sp>
        <p:nvSpPr>
          <p:cNvPr id="26" name="矩形: 圆角 25"/>
          <p:cNvSpPr/>
          <p:nvPr/>
        </p:nvSpPr>
        <p:spPr>
          <a:xfrm>
            <a:off x="2085231" y="5839405"/>
            <a:ext cx="1487387" cy="6477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…….</a:t>
            </a:r>
            <a:endParaRPr lang="zh-CN" altLang="en-US" dirty="0"/>
          </a:p>
        </p:txBody>
      </p:sp>
      <p:cxnSp>
        <p:nvCxnSpPr>
          <p:cNvPr id="10" name="直接箭头连接符 9"/>
          <p:cNvCxnSpPr>
            <a:stCxn id="22" idx="3"/>
            <a:endCxn id="17" idx="1"/>
          </p:cNvCxnSpPr>
          <p:nvPr/>
        </p:nvCxnSpPr>
        <p:spPr>
          <a:xfrm>
            <a:off x="3572618" y="4271651"/>
            <a:ext cx="1519316" cy="9638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23" idx="3"/>
            <a:endCxn id="17" idx="1"/>
          </p:cNvCxnSpPr>
          <p:nvPr/>
        </p:nvCxnSpPr>
        <p:spPr>
          <a:xfrm>
            <a:off x="3572618" y="5235542"/>
            <a:ext cx="151931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26" idx="3"/>
            <a:endCxn id="17" idx="1"/>
          </p:cNvCxnSpPr>
          <p:nvPr/>
        </p:nvCxnSpPr>
        <p:spPr>
          <a:xfrm flipV="1">
            <a:off x="3572618" y="5235542"/>
            <a:ext cx="1519316" cy="9277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4242642" y="4410835"/>
            <a:ext cx="1519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Embedding</a:t>
            </a:r>
            <a:endParaRPr lang="zh-CN" altLang="en-US" dirty="0"/>
          </a:p>
        </p:txBody>
      </p:sp>
      <p:cxnSp>
        <p:nvCxnSpPr>
          <p:cNvPr id="38" name="直接箭头连接符 37"/>
          <p:cNvCxnSpPr>
            <a:stCxn id="17" idx="3"/>
            <a:endCxn id="41" idx="1"/>
          </p:cNvCxnSpPr>
          <p:nvPr/>
        </p:nvCxnSpPr>
        <p:spPr>
          <a:xfrm>
            <a:off x="6579321" y="5235542"/>
            <a:ext cx="223015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: 圆角 40"/>
          <p:cNvSpPr/>
          <p:nvPr/>
        </p:nvSpPr>
        <p:spPr>
          <a:xfrm>
            <a:off x="8809476" y="4911692"/>
            <a:ext cx="1487387" cy="6477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检索结果</a:t>
            </a:r>
            <a:endParaRPr lang="zh-CN" altLang="en-US" dirty="0"/>
          </a:p>
        </p:txBody>
      </p:sp>
      <p:cxnSp>
        <p:nvCxnSpPr>
          <p:cNvPr id="45" name="直接箭头连接符 44"/>
          <p:cNvCxnSpPr>
            <a:stCxn id="49" idx="2"/>
          </p:cNvCxnSpPr>
          <p:nvPr/>
        </p:nvCxnSpPr>
        <p:spPr>
          <a:xfrm>
            <a:off x="7157962" y="4595501"/>
            <a:ext cx="0" cy="6400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: 圆角 48"/>
          <p:cNvSpPr/>
          <p:nvPr/>
        </p:nvSpPr>
        <p:spPr>
          <a:xfrm>
            <a:off x="6414268" y="3947801"/>
            <a:ext cx="1487387" cy="647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用户查询</a:t>
            </a:r>
            <a:endParaRPr lang="zh-CN" altLang="en-US" dirty="0"/>
          </a:p>
        </p:txBody>
      </p:sp>
      <p:sp>
        <p:nvSpPr>
          <p:cNvPr id="53" name="文本框 52"/>
          <p:cNvSpPr txBox="1"/>
          <p:nvPr/>
        </p:nvSpPr>
        <p:spPr>
          <a:xfrm>
            <a:off x="7141997" y="4727026"/>
            <a:ext cx="1519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Embedding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2"/>
          <p:cNvSpPr>
            <a:spLocks noGrp="1"/>
          </p:cNvSpPr>
          <p:nvPr>
            <p:ph type="title"/>
          </p:nvPr>
        </p:nvSpPr>
        <p:spPr>
          <a:xfrm>
            <a:off x="1200590" y="370895"/>
            <a:ext cx="7744864" cy="624416"/>
          </a:xfrm>
        </p:spPr>
        <p:txBody>
          <a:bodyPr>
            <a:noAutofit/>
          </a:bodyPr>
          <a:lstStyle/>
          <a:p>
            <a:r>
              <a:rPr lang="zh-CN" altLang="en-US" b="1" dirty="0"/>
              <a:t>向量数据库</a:t>
            </a:r>
            <a:endParaRPr lang="en-US" altLang="zh-CN" b="1" dirty="0"/>
          </a:p>
        </p:txBody>
      </p:sp>
      <p:sp>
        <p:nvSpPr>
          <p:cNvPr id="5" name="矩形 4"/>
          <p:cNvSpPr/>
          <p:nvPr/>
        </p:nvSpPr>
        <p:spPr>
          <a:xfrm>
            <a:off x="903388" y="1298608"/>
            <a:ext cx="10531231" cy="2277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prstClr val="black"/>
                </a:solidFill>
              </a:rPr>
              <a:t>无论是记忆系统还是</a:t>
            </a:r>
            <a:r>
              <a:rPr lang="en-US" altLang="zh-CN" sz="2800" dirty="0">
                <a:solidFill>
                  <a:prstClr val="black"/>
                </a:solidFill>
              </a:rPr>
              <a:t>RAG</a:t>
            </a:r>
            <a:r>
              <a:rPr lang="zh-CN" altLang="en-US" sz="2800" dirty="0">
                <a:solidFill>
                  <a:prstClr val="black"/>
                </a:solidFill>
              </a:rPr>
              <a:t>，都需要用向量数据库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marL="342900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prstClr val="black"/>
                </a:solidFill>
              </a:rPr>
              <a:t>向量数据库的核心价值，在于</a:t>
            </a:r>
            <a:r>
              <a:rPr lang="zh-CN" altLang="en-US" sz="2800" b="1" dirty="0">
                <a:solidFill>
                  <a:prstClr val="black"/>
                </a:solidFill>
              </a:rPr>
              <a:t>把“不可直接计算语义距离的文本”转换为“可在高维空间中计算相似度的向量</a:t>
            </a:r>
            <a:r>
              <a:rPr lang="zh-CN" altLang="en-US" sz="2800" dirty="0">
                <a:solidFill>
                  <a:prstClr val="black"/>
                </a:solidFill>
              </a:rPr>
              <a:t>”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marL="342900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prstClr val="black"/>
                </a:solidFill>
              </a:rPr>
              <a:t>这样记忆系统和</a:t>
            </a:r>
            <a:r>
              <a:rPr lang="en-US" altLang="zh-CN" sz="2800" dirty="0">
                <a:solidFill>
                  <a:prstClr val="black"/>
                </a:solidFill>
              </a:rPr>
              <a:t>RAG</a:t>
            </a:r>
            <a:r>
              <a:rPr lang="zh-CN" altLang="en-US" sz="2800" dirty="0">
                <a:solidFill>
                  <a:prstClr val="black"/>
                </a:solidFill>
              </a:rPr>
              <a:t>才能顺利提取出和用户查询相关的信息</a:t>
            </a:r>
            <a:endParaRPr lang="en-US" altLang="zh-CN" sz="2800" dirty="0">
              <a:solidFill>
                <a:prstClr val="black"/>
              </a:solidFill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1894731" y="3879580"/>
            <a:ext cx="1487387" cy="6477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文本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0" name="矩形: 圆角 19"/>
          <p:cNvSpPr/>
          <p:nvPr/>
        </p:nvSpPr>
        <p:spPr>
          <a:xfrm>
            <a:off x="1894731" y="5495622"/>
            <a:ext cx="1487387" cy="647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用户查询</a:t>
            </a:r>
            <a:endParaRPr lang="zh-CN" altLang="en-US" dirty="0"/>
          </a:p>
        </p:txBody>
      </p:sp>
      <p:cxnSp>
        <p:nvCxnSpPr>
          <p:cNvPr id="21" name="直接箭头连接符 20"/>
          <p:cNvCxnSpPr>
            <a:stCxn id="18" idx="3"/>
            <a:endCxn id="24" idx="1"/>
          </p:cNvCxnSpPr>
          <p:nvPr/>
        </p:nvCxnSpPr>
        <p:spPr>
          <a:xfrm>
            <a:off x="3382118" y="4203430"/>
            <a:ext cx="88508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/>
          <p:cNvSpPr/>
          <p:nvPr/>
        </p:nvSpPr>
        <p:spPr>
          <a:xfrm>
            <a:off x="4267200" y="3879580"/>
            <a:ext cx="1714500" cy="6477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Embedding1</a:t>
            </a:r>
            <a:endParaRPr lang="zh-CN" altLang="en-US" dirty="0"/>
          </a:p>
        </p:txBody>
      </p:sp>
      <p:sp>
        <p:nvSpPr>
          <p:cNvPr id="28" name="矩形: 圆角 27"/>
          <p:cNvSpPr/>
          <p:nvPr/>
        </p:nvSpPr>
        <p:spPr>
          <a:xfrm>
            <a:off x="4267200" y="5495622"/>
            <a:ext cx="1714500" cy="6477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Embedding2</a:t>
            </a:r>
            <a:endParaRPr lang="zh-CN" altLang="en-US" dirty="0"/>
          </a:p>
        </p:txBody>
      </p:sp>
      <p:cxnSp>
        <p:nvCxnSpPr>
          <p:cNvPr id="30" name="直接箭头连接符 29"/>
          <p:cNvCxnSpPr>
            <a:stCxn id="20" idx="3"/>
            <a:endCxn id="28" idx="1"/>
          </p:cNvCxnSpPr>
          <p:nvPr/>
        </p:nvCxnSpPr>
        <p:spPr>
          <a:xfrm>
            <a:off x="3382118" y="5819472"/>
            <a:ext cx="88508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组合 31"/>
          <p:cNvGrpSpPr/>
          <p:nvPr/>
        </p:nvGrpSpPr>
        <p:grpSpPr>
          <a:xfrm>
            <a:off x="3382118" y="4676488"/>
            <a:ext cx="744652" cy="669925"/>
            <a:chOff x="2978011" y="2874405"/>
            <a:chExt cx="1803400" cy="1622425"/>
          </a:xfrm>
        </p:grpSpPr>
        <p:sp>
          <p:nvSpPr>
            <p:cNvPr id="33" name="矩形: 圆角 32"/>
            <p:cNvSpPr/>
            <p:nvPr/>
          </p:nvSpPr>
          <p:spPr bwMode="auto">
            <a:xfrm>
              <a:off x="2978011" y="2874405"/>
              <a:ext cx="1803400" cy="1622425"/>
            </a:xfrm>
            <a:prstGeom prst="roundRect">
              <a:avLst>
                <a:gd name="adj" fmla="val 9125"/>
              </a:avLst>
            </a:prstGeom>
            <a:solidFill>
              <a:schemeClr val="accent3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34" name="组合 68"/>
            <p:cNvGrpSpPr/>
            <p:nvPr/>
          </p:nvGrpSpPr>
          <p:grpSpPr>
            <a:xfrm>
              <a:off x="3146286" y="3061730"/>
              <a:ext cx="1506538" cy="1222375"/>
              <a:chOff x="3934497" y="1879018"/>
              <a:chExt cx="1506070" cy="1223350"/>
            </a:xfrm>
          </p:grpSpPr>
          <p:sp>
            <p:nvSpPr>
              <p:cNvPr id="35" name="椭圆 34"/>
              <p:cNvSpPr/>
              <p:nvPr/>
            </p:nvSpPr>
            <p:spPr bwMode="auto">
              <a:xfrm>
                <a:off x="3934497" y="1879507"/>
                <a:ext cx="264826" cy="264826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7" name="椭圆 36"/>
              <p:cNvSpPr/>
              <p:nvPr/>
            </p:nvSpPr>
            <p:spPr bwMode="auto">
              <a:xfrm>
                <a:off x="4538130" y="1879018"/>
                <a:ext cx="264826" cy="264826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" name="椭圆 38"/>
              <p:cNvSpPr/>
              <p:nvPr/>
            </p:nvSpPr>
            <p:spPr bwMode="auto">
              <a:xfrm>
                <a:off x="3934497" y="2345743"/>
                <a:ext cx="264826" cy="264826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0" name="椭圆 39"/>
              <p:cNvSpPr/>
              <p:nvPr/>
            </p:nvSpPr>
            <p:spPr bwMode="auto">
              <a:xfrm>
                <a:off x="4538130" y="2345743"/>
                <a:ext cx="264826" cy="264826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2" name="椭圆 41"/>
              <p:cNvSpPr/>
              <p:nvPr/>
            </p:nvSpPr>
            <p:spPr bwMode="auto">
              <a:xfrm>
                <a:off x="3934497" y="2837542"/>
                <a:ext cx="264826" cy="264826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3" name="椭圆 42"/>
              <p:cNvSpPr/>
              <p:nvPr/>
            </p:nvSpPr>
            <p:spPr bwMode="auto">
              <a:xfrm>
                <a:off x="4538130" y="2837542"/>
                <a:ext cx="264826" cy="264826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 bwMode="auto">
              <a:xfrm>
                <a:off x="5175741" y="2143844"/>
                <a:ext cx="264826" cy="264826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" name="椭圆 45"/>
              <p:cNvSpPr/>
              <p:nvPr/>
            </p:nvSpPr>
            <p:spPr bwMode="auto">
              <a:xfrm>
                <a:off x="5175741" y="2635643"/>
                <a:ext cx="264826" cy="264826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cxnSp>
            <p:nvCxnSpPr>
              <p:cNvPr id="47" name="直接连接符 4"/>
              <p:cNvCxnSpPr>
                <a:stCxn id="35" idx="6"/>
                <a:endCxn id="37" idx="2"/>
              </p:cNvCxnSpPr>
              <p:nvPr/>
            </p:nvCxnSpPr>
            <p:spPr>
              <a:xfrm flipV="1">
                <a:off x="4199323" y="2011431"/>
                <a:ext cx="338807" cy="489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48" name="直接连接符 30"/>
              <p:cNvCxnSpPr>
                <a:stCxn id="35" idx="6"/>
                <a:endCxn id="40" idx="2"/>
              </p:cNvCxnSpPr>
              <p:nvPr/>
            </p:nvCxnSpPr>
            <p:spPr>
              <a:xfrm>
                <a:off x="4199323" y="2011920"/>
                <a:ext cx="338807" cy="466236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50" name="直接连接符 33"/>
              <p:cNvCxnSpPr>
                <a:stCxn id="35" idx="6"/>
                <a:endCxn id="43" idx="2"/>
              </p:cNvCxnSpPr>
              <p:nvPr/>
            </p:nvCxnSpPr>
            <p:spPr>
              <a:xfrm>
                <a:off x="4199323" y="2011920"/>
                <a:ext cx="338807" cy="958035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51" name="直接连接符 38"/>
              <p:cNvCxnSpPr>
                <a:stCxn id="39" idx="6"/>
                <a:endCxn id="37" idx="2"/>
              </p:cNvCxnSpPr>
              <p:nvPr/>
            </p:nvCxnSpPr>
            <p:spPr>
              <a:xfrm flipV="1">
                <a:off x="4199323" y="2011431"/>
                <a:ext cx="338807" cy="466725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52" name="直接连接符 41"/>
              <p:cNvCxnSpPr>
                <a:stCxn id="39" idx="6"/>
                <a:endCxn id="40" idx="2"/>
              </p:cNvCxnSpPr>
              <p:nvPr/>
            </p:nvCxnSpPr>
            <p:spPr>
              <a:xfrm>
                <a:off x="4199323" y="2478156"/>
                <a:ext cx="338807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54" name="直接连接符 44"/>
              <p:cNvCxnSpPr>
                <a:stCxn id="39" idx="6"/>
                <a:endCxn id="43" idx="2"/>
              </p:cNvCxnSpPr>
              <p:nvPr/>
            </p:nvCxnSpPr>
            <p:spPr>
              <a:xfrm>
                <a:off x="4199323" y="2478156"/>
                <a:ext cx="338807" cy="491799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55" name="直接连接符 47"/>
              <p:cNvCxnSpPr>
                <a:stCxn id="42" idx="6"/>
                <a:endCxn id="37" idx="2"/>
              </p:cNvCxnSpPr>
              <p:nvPr/>
            </p:nvCxnSpPr>
            <p:spPr>
              <a:xfrm flipV="1">
                <a:off x="4199323" y="2011431"/>
                <a:ext cx="338807" cy="958524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56" name="直接连接符 50"/>
              <p:cNvCxnSpPr>
                <a:stCxn id="42" idx="6"/>
                <a:endCxn id="40" idx="2"/>
              </p:cNvCxnSpPr>
              <p:nvPr/>
            </p:nvCxnSpPr>
            <p:spPr>
              <a:xfrm flipV="1">
                <a:off x="4199323" y="2478156"/>
                <a:ext cx="338807" cy="491799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57" name="直接连接符 54"/>
              <p:cNvCxnSpPr>
                <a:stCxn id="42" idx="6"/>
                <a:endCxn id="43" idx="2"/>
              </p:cNvCxnSpPr>
              <p:nvPr/>
            </p:nvCxnSpPr>
            <p:spPr>
              <a:xfrm>
                <a:off x="4199323" y="2969955"/>
                <a:ext cx="338807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58" name="直接连接符 57"/>
              <p:cNvCxnSpPr>
                <a:stCxn id="37" idx="6"/>
                <a:endCxn id="44" idx="2"/>
              </p:cNvCxnSpPr>
              <p:nvPr/>
            </p:nvCxnSpPr>
            <p:spPr>
              <a:xfrm>
                <a:off x="4802956" y="2011431"/>
                <a:ext cx="372785" cy="264826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59" name="直接连接符 60"/>
              <p:cNvCxnSpPr>
                <a:stCxn id="37" idx="6"/>
                <a:endCxn id="46" idx="2"/>
              </p:cNvCxnSpPr>
              <p:nvPr/>
            </p:nvCxnSpPr>
            <p:spPr>
              <a:xfrm>
                <a:off x="4802956" y="2011431"/>
                <a:ext cx="372785" cy="756625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60" name="直接连接符 63"/>
              <p:cNvCxnSpPr>
                <a:stCxn id="40" idx="6"/>
                <a:endCxn id="44" idx="2"/>
              </p:cNvCxnSpPr>
              <p:nvPr/>
            </p:nvCxnSpPr>
            <p:spPr>
              <a:xfrm flipV="1">
                <a:off x="4802956" y="2276257"/>
                <a:ext cx="372785" cy="201899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61" name="直接连接符 66"/>
              <p:cNvCxnSpPr>
                <a:stCxn id="40" idx="6"/>
                <a:endCxn id="46" idx="2"/>
              </p:cNvCxnSpPr>
              <p:nvPr/>
            </p:nvCxnSpPr>
            <p:spPr>
              <a:xfrm>
                <a:off x="4802956" y="2478156"/>
                <a:ext cx="372785" cy="28990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62" name="直接连接符 69"/>
              <p:cNvCxnSpPr>
                <a:stCxn id="43" idx="6"/>
                <a:endCxn id="44" idx="2"/>
              </p:cNvCxnSpPr>
              <p:nvPr/>
            </p:nvCxnSpPr>
            <p:spPr>
              <a:xfrm flipV="1">
                <a:off x="4802956" y="2276257"/>
                <a:ext cx="372785" cy="693698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63" name="直接连接符 72"/>
              <p:cNvCxnSpPr>
                <a:stCxn id="43" idx="6"/>
                <a:endCxn id="46" idx="2"/>
              </p:cNvCxnSpPr>
              <p:nvPr/>
            </p:nvCxnSpPr>
            <p:spPr>
              <a:xfrm flipV="1">
                <a:off x="4802956" y="2768056"/>
                <a:ext cx="372785" cy="201899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</p:grpSp>
      </p:grpSp>
      <p:sp>
        <p:nvSpPr>
          <p:cNvPr id="64" name="文本框 63"/>
          <p:cNvSpPr txBox="1"/>
          <p:nvPr/>
        </p:nvSpPr>
        <p:spPr>
          <a:xfrm>
            <a:off x="1874344" y="4732500"/>
            <a:ext cx="15193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Embedding Model</a:t>
            </a:r>
            <a:endParaRPr lang="zh-CN" altLang="en-US" dirty="0"/>
          </a:p>
        </p:txBody>
      </p:sp>
      <p:cxnSp>
        <p:nvCxnSpPr>
          <p:cNvPr id="65" name="直接箭头连接符 64"/>
          <p:cNvCxnSpPr>
            <a:stCxn id="33" idx="0"/>
          </p:cNvCxnSpPr>
          <p:nvPr/>
        </p:nvCxnSpPr>
        <p:spPr>
          <a:xfrm flipV="1">
            <a:off x="3754444" y="4201562"/>
            <a:ext cx="0" cy="4749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>
            <a:stCxn id="33" idx="2"/>
          </p:cNvCxnSpPr>
          <p:nvPr/>
        </p:nvCxnSpPr>
        <p:spPr>
          <a:xfrm>
            <a:off x="3754444" y="5346413"/>
            <a:ext cx="1176" cy="4730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: 圆角 66"/>
          <p:cNvSpPr/>
          <p:nvPr/>
        </p:nvSpPr>
        <p:spPr>
          <a:xfrm>
            <a:off x="6866782" y="3879580"/>
            <a:ext cx="1487387" cy="6477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知识库</a:t>
            </a:r>
            <a:endParaRPr lang="zh-CN" altLang="en-US" dirty="0"/>
          </a:p>
        </p:txBody>
      </p:sp>
      <p:cxnSp>
        <p:nvCxnSpPr>
          <p:cNvPr id="68" name="直接箭头连接符 67"/>
          <p:cNvCxnSpPr>
            <a:stCxn id="24" idx="3"/>
            <a:endCxn id="67" idx="1"/>
          </p:cNvCxnSpPr>
          <p:nvPr/>
        </p:nvCxnSpPr>
        <p:spPr>
          <a:xfrm>
            <a:off x="5981700" y="4203430"/>
            <a:ext cx="88508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/>
          <p:cNvSpPr txBox="1"/>
          <p:nvPr/>
        </p:nvSpPr>
        <p:spPr>
          <a:xfrm>
            <a:off x="5664583" y="3808047"/>
            <a:ext cx="1519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存储</a:t>
            </a:r>
            <a:endParaRPr lang="zh-CN" altLang="en-US" dirty="0"/>
          </a:p>
        </p:txBody>
      </p:sp>
      <p:cxnSp>
        <p:nvCxnSpPr>
          <p:cNvPr id="73" name="直接箭头连接符 72"/>
          <p:cNvCxnSpPr>
            <a:stCxn id="28" idx="3"/>
          </p:cNvCxnSpPr>
          <p:nvPr/>
        </p:nvCxnSpPr>
        <p:spPr>
          <a:xfrm>
            <a:off x="5981700" y="5819472"/>
            <a:ext cx="162877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>
            <a:endCxn id="67" idx="2"/>
          </p:cNvCxnSpPr>
          <p:nvPr/>
        </p:nvCxnSpPr>
        <p:spPr>
          <a:xfrm flipV="1">
            <a:off x="7610476" y="4527280"/>
            <a:ext cx="0" cy="129219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/>
          <p:cNvSpPr txBox="1"/>
          <p:nvPr/>
        </p:nvSpPr>
        <p:spPr>
          <a:xfrm>
            <a:off x="6350383" y="5838219"/>
            <a:ext cx="2174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检索（向量相似度）</a:t>
            </a:r>
            <a:endParaRPr lang="zh-CN" altLang="en-US" dirty="0"/>
          </a:p>
        </p:txBody>
      </p:sp>
      <p:cxnSp>
        <p:nvCxnSpPr>
          <p:cNvPr id="82" name="直接箭头连接符 81"/>
          <p:cNvCxnSpPr>
            <a:stCxn id="67" idx="3"/>
          </p:cNvCxnSpPr>
          <p:nvPr/>
        </p:nvCxnSpPr>
        <p:spPr>
          <a:xfrm>
            <a:off x="8354169" y="4203430"/>
            <a:ext cx="88508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矩形: 圆角 86"/>
          <p:cNvSpPr/>
          <p:nvPr/>
        </p:nvSpPr>
        <p:spPr>
          <a:xfrm>
            <a:off x="9239251" y="3837386"/>
            <a:ext cx="2056655" cy="1642091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检索结果</a:t>
            </a:r>
            <a:endParaRPr lang="en-US" altLang="zh-CN" dirty="0"/>
          </a:p>
          <a:p>
            <a:pPr algn="ctr"/>
            <a:r>
              <a:rPr lang="en-US" altLang="zh-CN" dirty="0"/>
              <a:t>1.</a:t>
            </a:r>
            <a:r>
              <a:rPr lang="zh-CN" altLang="en-US" dirty="0"/>
              <a:t> 原始文本</a:t>
            </a:r>
            <a:br>
              <a:rPr lang="en-US" altLang="zh-CN" dirty="0"/>
            </a:br>
            <a:r>
              <a:rPr lang="en-US" altLang="zh-CN" dirty="0"/>
              <a:t>2. </a:t>
            </a:r>
            <a:r>
              <a:rPr lang="zh-CN" altLang="en-US" dirty="0"/>
              <a:t>相似度</a:t>
            </a:r>
            <a:br>
              <a:rPr lang="en-US" altLang="zh-CN" dirty="0"/>
            </a:br>
            <a:r>
              <a:rPr lang="en-US" altLang="zh-CN" dirty="0"/>
              <a:t>3. </a:t>
            </a:r>
            <a:r>
              <a:rPr lang="zh-CN" altLang="en-US" dirty="0"/>
              <a:t>文本元信息</a:t>
            </a: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2"/>
          <p:cNvSpPr>
            <a:spLocks noGrp="1"/>
          </p:cNvSpPr>
          <p:nvPr>
            <p:ph type="title"/>
          </p:nvPr>
        </p:nvSpPr>
        <p:spPr>
          <a:xfrm>
            <a:off x="1200590" y="370895"/>
            <a:ext cx="7744864" cy="624416"/>
          </a:xfrm>
        </p:spPr>
        <p:txBody>
          <a:bodyPr>
            <a:noAutofit/>
          </a:bodyPr>
          <a:lstStyle/>
          <a:p>
            <a:r>
              <a:rPr lang="en-US" altLang="zh-CN" b="1" dirty="0"/>
              <a:t>1. </a:t>
            </a:r>
            <a:r>
              <a:rPr lang="zh-CN" altLang="en-US" b="1" dirty="0"/>
              <a:t>从文档到向量</a:t>
            </a:r>
            <a:endParaRPr lang="en-US" altLang="zh-CN" b="1" dirty="0"/>
          </a:p>
        </p:txBody>
      </p:sp>
      <p:sp>
        <p:nvSpPr>
          <p:cNvPr id="5" name="矩形 4"/>
          <p:cNvSpPr/>
          <p:nvPr/>
        </p:nvSpPr>
        <p:spPr>
          <a:xfrm>
            <a:off x="903388" y="1298608"/>
            <a:ext cx="10531231" cy="2837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prstClr val="black"/>
                </a:solidFill>
              </a:rPr>
              <a:t>文档分块（</a:t>
            </a:r>
            <a:r>
              <a:rPr lang="en-US" altLang="zh-CN" sz="2800" dirty="0">
                <a:solidFill>
                  <a:prstClr val="black"/>
                </a:solidFill>
              </a:rPr>
              <a:t>Chunk</a:t>
            </a:r>
            <a:r>
              <a:rPr lang="zh-CN" altLang="en-US" sz="2800" dirty="0">
                <a:solidFill>
                  <a:prstClr val="black"/>
                </a:solidFill>
              </a:rPr>
              <a:t>）：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marL="800100" lvl="1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prstClr val="black"/>
                </a:solidFill>
              </a:rPr>
              <a:t>例如按照段落把一个文档切成不同的块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marL="342900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prstClr val="black"/>
                </a:solidFill>
              </a:rPr>
              <a:t>词嵌入：把每一个块转化为高维向量（例如</a:t>
            </a:r>
            <a:r>
              <a:rPr lang="en-US" altLang="zh-CN" sz="2800" dirty="0">
                <a:solidFill>
                  <a:prstClr val="black"/>
                </a:solidFill>
              </a:rPr>
              <a:t>4096</a:t>
            </a:r>
            <a:r>
              <a:rPr lang="zh-CN" altLang="en-US" sz="2800" dirty="0">
                <a:solidFill>
                  <a:prstClr val="black"/>
                </a:solidFill>
              </a:rPr>
              <a:t>维）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marL="342900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prstClr val="black"/>
                </a:solidFill>
              </a:rPr>
              <a:t>存入知识库：连带必要元数据（如来源、时间、标签等），以便后续按条件过滤筛选与结果追溯</a:t>
            </a:r>
            <a:endParaRPr lang="en-US" altLang="zh-CN" sz="2800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2"/>
          <p:cNvSpPr>
            <a:spLocks noGrp="1"/>
          </p:cNvSpPr>
          <p:nvPr>
            <p:ph type="title"/>
          </p:nvPr>
        </p:nvSpPr>
        <p:spPr>
          <a:xfrm>
            <a:off x="1200590" y="370895"/>
            <a:ext cx="7744864" cy="624416"/>
          </a:xfrm>
        </p:spPr>
        <p:txBody>
          <a:bodyPr>
            <a:noAutofit/>
          </a:bodyPr>
          <a:lstStyle/>
          <a:p>
            <a:r>
              <a:rPr lang="en-US" altLang="zh-CN" b="1" dirty="0"/>
              <a:t>2. </a:t>
            </a:r>
            <a:r>
              <a:rPr lang="zh-CN" altLang="en-US" b="1" dirty="0"/>
              <a:t>向量相似度</a:t>
            </a:r>
            <a:endParaRPr lang="en-US" altLang="zh-CN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903388" y="1298608"/>
                <a:ext cx="10531231" cy="43461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defTabSz="12192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prstClr val="black"/>
                    </a:solidFill>
                  </a:rPr>
                  <a:t>将文本映射为向量后，检索的本质就是计算“查询向量”与“文档向量”之间的距离或相似度，并返回最接近的 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Top-k </a:t>
                </a:r>
                <a:r>
                  <a:rPr lang="zh-CN" altLang="en-US" sz="2800" dirty="0">
                    <a:solidFill>
                      <a:prstClr val="black"/>
                    </a:solidFill>
                  </a:rPr>
                  <a:t>结果。</a:t>
                </a:r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marL="342900" indent="-342900" defTabSz="12192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prstClr val="black"/>
                    </a:solidFill>
                  </a:rPr>
                  <a:t>常见指标包括余弦相似度（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Cosine Similarity</a:t>
                </a:r>
                <a:r>
                  <a:rPr lang="zh-CN" altLang="en-US" sz="2800" dirty="0">
                    <a:solidFill>
                      <a:prstClr val="black"/>
                    </a:solidFill>
                  </a:rPr>
                  <a:t>）、点积（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Dot Product</a:t>
                </a:r>
                <a:r>
                  <a:rPr lang="zh-CN" altLang="en-US" sz="2800" dirty="0">
                    <a:solidFill>
                      <a:prstClr val="black"/>
                    </a:solidFill>
                  </a:rPr>
                  <a:t>）和欧氏距离（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Euclidean Distance</a:t>
                </a:r>
                <a:r>
                  <a:rPr lang="zh-CN" altLang="en-US" sz="2800" dirty="0">
                    <a:solidFill>
                      <a:prstClr val="black"/>
                    </a:solidFill>
                  </a:rPr>
                  <a:t>）</a:t>
                </a:r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marL="342900" indent="-342900" defTabSz="12192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prstClr val="black"/>
                    </a:solidFill>
                  </a:rPr>
                  <a:t>余弦相似度衡量方向：</a:t>
                </a:r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defTabSz="1219200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n-US" altLang="zh-CN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acc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sz="2800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388" y="1298608"/>
                <a:ext cx="10531231" cy="4346190"/>
              </a:xfrm>
              <a:prstGeom prst="rect">
                <a:avLst/>
              </a:prstGeom>
              <a:blipFill rotWithShape="1">
                <a:blip r:embed="rId1"/>
                <a:stretch>
                  <a:fillRect l="-4" t="-1" r="2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485774" y="6248400"/>
            <a:ext cx="5781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[1] </a:t>
            </a:r>
            <a:r>
              <a:rPr lang="zh-CN" altLang="en-US" dirty="0"/>
              <a:t>有兴趣的同学可以了解一下维度灾难这个概念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2"/>
          <p:cNvSpPr>
            <a:spLocks noGrp="1"/>
          </p:cNvSpPr>
          <p:nvPr>
            <p:ph type="title"/>
          </p:nvPr>
        </p:nvSpPr>
        <p:spPr>
          <a:xfrm>
            <a:off x="1200590" y="370895"/>
            <a:ext cx="7744864" cy="624416"/>
          </a:xfrm>
        </p:spPr>
        <p:txBody>
          <a:bodyPr>
            <a:noAutofit/>
          </a:bodyPr>
          <a:lstStyle/>
          <a:p>
            <a:r>
              <a:rPr lang="en-US" altLang="zh-CN" b="1" dirty="0"/>
              <a:t>3. </a:t>
            </a:r>
            <a:r>
              <a:rPr lang="zh-CN" altLang="en-US" dirty="0"/>
              <a:t>召回与重排序</a:t>
            </a:r>
            <a:endParaRPr lang="en-US" altLang="zh-CN" b="1" dirty="0"/>
          </a:p>
        </p:txBody>
      </p:sp>
      <p:sp>
        <p:nvSpPr>
          <p:cNvPr id="5" name="矩形 4"/>
          <p:cNvSpPr/>
          <p:nvPr/>
        </p:nvSpPr>
        <p:spPr>
          <a:xfrm>
            <a:off x="903388" y="1298608"/>
            <a:ext cx="10531231" cy="2677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prstClr val="black"/>
                </a:solidFill>
              </a:rPr>
              <a:t>相似度分数并不总能直接代表“可用于回答”的质量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marL="342900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prstClr val="black"/>
                </a:solidFill>
              </a:rPr>
              <a:t>工程上常通过“向量召回 </a:t>
            </a:r>
            <a:r>
              <a:rPr lang="en-US" altLang="zh-CN" sz="2800" dirty="0">
                <a:solidFill>
                  <a:prstClr val="black"/>
                </a:solidFill>
              </a:rPr>
              <a:t>+ </a:t>
            </a:r>
            <a:r>
              <a:rPr lang="zh-CN" altLang="en-US" sz="2800" dirty="0">
                <a:solidFill>
                  <a:prstClr val="black"/>
                </a:solidFill>
              </a:rPr>
              <a:t>重排序（</a:t>
            </a:r>
            <a:r>
              <a:rPr lang="en-US" altLang="zh-CN" sz="2800" dirty="0" err="1">
                <a:solidFill>
                  <a:prstClr val="black"/>
                </a:solidFill>
              </a:rPr>
              <a:t>Rerank</a:t>
            </a:r>
            <a:r>
              <a:rPr lang="zh-CN" altLang="en-US" sz="2800" dirty="0">
                <a:solidFill>
                  <a:prstClr val="black"/>
                </a:solidFill>
              </a:rPr>
              <a:t>）”提升结果质量：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marL="800100" lvl="1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prstClr val="black"/>
                </a:solidFill>
              </a:rPr>
              <a:t>向量召回：用向量检索召回候选文档</a:t>
            </a:r>
            <a:endParaRPr lang="en-US" altLang="zh-CN" sz="2400" dirty="0">
              <a:solidFill>
                <a:prstClr val="black"/>
              </a:solidFill>
            </a:endParaRPr>
          </a:p>
          <a:p>
            <a:pPr marL="800100" lvl="1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prstClr val="black"/>
                </a:solidFill>
              </a:rPr>
              <a:t>重排序：用更强的排序模型进行二次打分</a:t>
            </a:r>
            <a:endParaRPr lang="en-US" altLang="zh-CN" sz="2400" dirty="0">
              <a:solidFill>
                <a:prstClr val="black"/>
              </a:solidFill>
            </a:endParaRPr>
          </a:p>
          <a:p>
            <a:pPr marL="342900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prstClr val="black"/>
                </a:solidFill>
              </a:rPr>
              <a:t>最终将更相关、更可用的片段提供给大模型生成答案</a:t>
            </a:r>
            <a:endParaRPr lang="en-US" altLang="zh-CN" sz="2800" dirty="0">
              <a:solidFill>
                <a:prstClr val="black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5774" y="6248400"/>
            <a:ext cx="5781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[1] </a:t>
            </a:r>
            <a:r>
              <a:rPr lang="zh-CN" altLang="en-US" dirty="0"/>
              <a:t>有兴趣的同学可以了解一下搜广推中召回相关概念</a:t>
            </a: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2"/>
          <p:cNvSpPr>
            <a:spLocks noGrp="1"/>
          </p:cNvSpPr>
          <p:nvPr>
            <p:ph type="title"/>
          </p:nvPr>
        </p:nvSpPr>
        <p:spPr>
          <a:xfrm>
            <a:off x="1200590" y="370895"/>
            <a:ext cx="7744864" cy="624416"/>
          </a:xfrm>
        </p:spPr>
        <p:txBody>
          <a:bodyPr>
            <a:noAutofit/>
          </a:bodyPr>
          <a:lstStyle/>
          <a:p>
            <a:r>
              <a:rPr lang="en-US" altLang="zh-CN" dirty="0"/>
              <a:t>4</a:t>
            </a:r>
            <a:r>
              <a:rPr lang="en-US" altLang="zh-CN" b="1" dirty="0"/>
              <a:t>. </a:t>
            </a:r>
            <a:r>
              <a:rPr lang="zh-CN" altLang="en-US" dirty="0"/>
              <a:t>向量数据的使用示例</a:t>
            </a:r>
            <a:endParaRPr lang="en-US" altLang="zh-CN" b="1" dirty="0"/>
          </a:p>
        </p:txBody>
      </p:sp>
      <p:sp>
        <p:nvSpPr>
          <p:cNvPr id="5" name="矩形 4"/>
          <p:cNvSpPr/>
          <p:nvPr/>
        </p:nvSpPr>
        <p:spPr>
          <a:xfrm>
            <a:off x="903388" y="1298608"/>
            <a:ext cx="10531231" cy="597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prstClr val="black"/>
                </a:solidFill>
              </a:rPr>
              <a:t>现在有许多成熟的向量数据库可以直接使用，例如</a:t>
            </a:r>
            <a:r>
              <a:rPr lang="en-US" altLang="zh-CN" sz="2800" dirty="0">
                <a:solidFill>
                  <a:prstClr val="black"/>
                </a:solidFill>
              </a:rPr>
              <a:t>Chroma</a:t>
            </a:r>
            <a:endParaRPr lang="en-US" altLang="zh-CN" sz="2800" dirty="0">
              <a:solidFill>
                <a:prstClr val="black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00590" y="2294370"/>
            <a:ext cx="92197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# </a:t>
            </a:r>
            <a:r>
              <a:rPr lang="zh-CN" altLang="en-US" dirty="0">
                <a:latin typeface="Consolas" panose="020B0609020204030204" pitchFamily="49" charset="0"/>
              </a:rPr>
              <a:t>依赖：</a:t>
            </a:r>
            <a:r>
              <a:rPr lang="en-US" altLang="zh-CN" dirty="0">
                <a:latin typeface="Consolas" panose="020B0609020204030204" pitchFamily="49" charset="0"/>
              </a:rPr>
              <a:t>pip install </a:t>
            </a:r>
            <a:r>
              <a:rPr lang="en-US" altLang="zh-CN" dirty="0" err="1">
                <a:latin typeface="Consolas" panose="020B0609020204030204" pitchFamily="49" charset="0"/>
              </a:rPr>
              <a:t>chromadb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</a:rPr>
              <a:t>openai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import </a:t>
            </a:r>
            <a:r>
              <a:rPr lang="en-US" altLang="zh-CN" dirty="0" err="1">
                <a:latin typeface="Consolas" panose="020B0609020204030204" pitchFamily="49" charset="0"/>
              </a:rPr>
              <a:t>os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import </a:t>
            </a:r>
            <a:r>
              <a:rPr lang="en-US" altLang="zh-CN" dirty="0" err="1">
                <a:latin typeface="Consolas" panose="020B0609020204030204" pitchFamily="49" charset="0"/>
              </a:rPr>
              <a:t>chromadb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from </a:t>
            </a:r>
            <a:r>
              <a:rPr lang="en-US" altLang="zh-CN" dirty="0" err="1">
                <a:latin typeface="Consolas" panose="020B0609020204030204" pitchFamily="49" charset="0"/>
              </a:rPr>
              <a:t>openai</a:t>
            </a:r>
            <a:r>
              <a:rPr lang="en-US" altLang="zh-CN" dirty="0">
                <a:latin typeface="Consolas" panose="020B0609020204030204" pitchFamily="49" charset="0"/>
              </a:rPr>
              <a:t> import </a:t>
            </a:r>
            <a:r>
              <a:rPr lang="en-US" altLang="zh-CN" dirty="0" err="1">
                <a:latin typeface="Consolas" panose="020B0609020204030204" pitchFamily="49" charset="0"/>
              </a:rPr>
              <a:t>OpenAI</a:t>
            </a:r>
            <a:endParaRPr lang="en-US" altLang="zh-CN" dirty="0">
              <a:latin typeface="Consolas" panose="020B0609020204030204" pitchFamily="49" charset="0"/>
            </a:endParaRPr>
          </a:p>
          <a:p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dirty="0">
                <a:latin typeface="Consolas" panose="020B0609020204030204" pitchFamily="49" charset="0"/>
              </a:rPr>
              <a:t># 0)</a:t>
            </a:r>
            <a:r>
              <a:rPr lang="zh-CN" altLang="en-US" dirty="0">
                <a:latin typeface="Consolas" panose="020B0609020204030204" pitchFamily="49" charset="0"/>
              </a:rPr>
              <a:t> 为了使用 </a:t>
            </a:r>
            <a:r>
              <a:rPr lang="en-US" altLang="zh-CN" dirty="0">
                <a:latin typeface="Consolas" panose="020B0609020204030204" pitchFamily="49" charset="0"/>
              </a:rPr>
              <a:t>Embedding </a:t>
            </a:r>
            <a:r>
              <a:rPr lang="zh-CN" altLang="en-US" dirty="0">
                <a:latin typeface="Consolas" panose="020B0609020204030204" pitchFamily="49" charset="0"/>
              </a:rPr>
              <a:t>模型，不仅限于 </a:t>
            </a:r>
            <a:r>
              <a:rPr lang="en-US" altLang="zh-CN" dirty="0" err="1">
                <a:latin typeface="Consolas" panose="020B0609020204030204" pitchFamily="49" charset="0"/>
              </a:rPr>
              <a:t>OpenAI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client = </a:t>
            </a:r>
            <a:r>
              <a:rPr lang="en-US" altLang="zh-CN" dirty="0" err="1">
                <a:latin typeface="Consolas" panose="020B0609020204030204" pitchFamily="49" charset="0"/>
              </a:rPr>
              <a:t>OpenAI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latin typeface="Consolas" panose="020B0609020204030204" pitchFamily="49" charset="0"/>
              </a:rPr>
              <a:t>api_key</a:t>
            </a:r>
            <a:r>
              <a:rPr lang="en-US" altLang="zh-CN" dirty="0">
                <a:latin typeface="Consolas" panose="020B0609020204030204" pitchFamily="49" charset="0"/>
              </a:rPr>
              <a:t>=</a:t>
            </a:r>
            <a:r>
              <a:rPr lang="en-US" altLang="zh-CN" dirty="0" err="1">
                <a:latin typeface="Consolas" panose="020B0609020204030204" pitchFamily="49" charset="0"/>
              </a:rPr>
              <a:t>os.getenv</a:t>
            </a:r>
            <a:r>
              <a:rPr lang="en-US" altLang="zh-CN" dirty="0">
                <a:latin typeface="Consolas" panose="020B0609020204030204" pitchFamily="49" charset="0"/>
              </a:rPr>
              <a:t>("OPENAI_API_KEY"))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# 1) </a:t>
            </a:r>
            <a:r>
              <a:rPr lang="zh-CN" altLang="en-US" dirty="0">
                <a:latin typeface="Consolas" panose="020B0609020204030204" pitchFamily="49" charset="0"/>
              </a:rPr>
              <a:t>初始化本地向量库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chroma = </a:t>
            </a:r>
            <a:r>
              <a:rPr lang="en-US" altLang="zh-CN" dirty="0" err="1">
                <a:latin typeface="Consolas" panose="020B0609020204030204" pitchFamily="49" charset="0"/>
              </a:rPr>
              <a:t>chromadb.PersistentClient</a:t>
            </a:r>
            <a:r>
              <a:rPr lang="en-US" altLang="zh-CN" dirty="0">
                <a:latin typeface="Consolas" panose="020B0609020204030204" pitchFamily="49" charset="0"/>
              </a:rPr>
              <a:t>(path="./</a:t>
            </a:r>
            <a:r>
              <a:rPr lang="en-US" altLang="zh-CN" dirty="0" err="1">
                <a:latin typeface="Consolas" panose="020B0609020204030204" pitchFamily="49" charset="0"/>
              </a:rPr>
              <a:t>chroma_data</a:t>
            </a:r>
            <a:r>
              <a:rPr lang="en-US" altLang="zh-CN" dirty="0">
                <a:latin typeface="Consolas" panose="020B0609020204030204" pitchFamily="49" charset="0"/>
              </a:rPr>
              <a:t>")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collection = </a:t>
            </a:r>
            <a:r>
              <a:rPr lang="en-US" altLang="zh-CN" dirty="0" err="1">
                <a:latin typeface="Consolas" panose="020B0609020204030204" pitchFamily="49" charset="0"/>
              </a:rPr>
              <a:t>chroma.get_or_create_collection</a:t>
            </a:r>
            <a:r>
              <a:rPr lang="en-US" altLang="zh-CN" dirty="0">
                <a:latin typeface="Consolas" panose="020B0609020204030204" pitchFamily="49" charset="0"/>
              </a:rPr>
              <a:t>(name="</a:t>
            </a:r>
            <a:r>
              <a:rPr lang="en-US" altLang="zh-CN" dirty="0" err="1">
                <a:latin typeface="Consolas" panose="020B0609020204030204" pitchFamily="49" charset="0"/>
              </a:rPr>
              <a:t>agent_memory_demo</a:t>
            </a:r>
            <a:r>
              <a:rPr lang="en-US" altLang="zh-CN" dirty="0">
                <a:latin typeface="Consolas" panose="020B0609020204030204" pitchFamily="49" charset="0"/>
              </a:rPr>
              <a:t>")</a:t>
            </a:r>
            <a:endParaRPr lang="zh-CN" altLang="en-US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2"/>
          <p:cNvSpPr>
            <a:spLocks noGrp="1"/>
          </p:cNvSpPr>
          <p:nvPr>
            <p:ph type="title"/>
          </p:nvPr>
        </p:nvSpPr>
        <p:spPr>
          <a:xfrm>
            <a:off x="1200590" y="370895"/>
            <a:ext cx="7744864" cy="624416"/>
          </a:xfrm>
        </p:spPr>
        <p:txBody>
          <a:bodyPr>
            <a:noAutofit/>
          </a:bodyPr>
          <a:lstStyle/>
          <a:p>
            <a:r>
              <a:rPr lang="en-US" altLang="zh-CN" dirty="0"/>
              <a:t>4</a:t>
            </a:r>
            <a:r>
              <a:rPr lang="en-US" altLang="zh-CN" b="1" dirty="0"/>
              <a:t>. </a:t>
            </a:r>
            <a:r>
              <a:rPr lang="zh-CN" altLang="en-US" dirty="0"/>
              <a:t>向量数据的使用示例</a:t>
            </a:r>
            <a:endParaRPr lang="en-US" altLang="zh-CN" b="1" dirty="0"/>
          </a:p>
        </p:txBody>
      </p:sp>
      <p:sp>
        <p:nvSpPr>
          <p:cNvPr id="5" name="矩形 4"/>
          <p:cNvSpPr/>
          <p:nvPr/>
        </p:nvSpPr>
        <p:spPr>
          <a:xfrm>
            <a:off x="903388" y="1298608"/>
            <a:ext cx="10531231" cy="597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prstClr val="black"/>
                </a:solidFill>
              </a:rPr>
              <a:t>现在有许多成熟的向量数据库可以直接使用，例如</a:t>
            </a:r>
            <a:r>
              <a:rPr lang="en-US" altLang="zh-CN" sz="2800" dirty="0">
                <a:solidFill>
                  <a:prstClr val="black"/>
                </a:solidFill>
              </a:rPr>
              <a:t>Chroma</a:t>
            </a:r>
            <a:endParaRPr lang="en-US" altLang="zh-CN" sz="2800" dirty="0">
              <a:solidFill>
                <a:prstClr val="black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00590" y="2294370"/>
            <a:ext cx="921976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# 2) </a:t>
            </a:r>
            <a:r>
              <a:rPr lang="zh-CN" altLang="en-US" dirty="0">
                <a:latin typeface="Consolas" panose="020B0609020204030204" pitchFamily="49" charset="0"/>
              </a:rPr>
              <a:t>准备文本数据（真实项目中通常来自分块后的文档）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docs = [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"RAG </a:t>
            </a:r>
            <a:r>
              <a:rPr lang="zh-CN" altLang="en-US" dirty="0">
                <a:latin typeface="Consolas" panose="020B0609020204030204" pitchFamily="49" charset="0"/>
              </a:rPr>
              <a:t>会先检索外部知识，再把检索结果注入 </a:t>
            </a:r>
            <a:r>
              <a:rPr lang="en-US" altLang="zh-CN" dirty="0">
                <a:latin typeface="Consolas" panose="020B0609020204030204" pitchFamily="49" charset="0"/>
              </a:rPr>
              <a:t>Prompt</a:t>
            </a:r>
            <a:r>
              <a:rPr lang="zh-CN" altLang="en-US" dirty="0">
                <a:latin typeface="Consolas" panose="020B0609020204030204" pitchFamily="49" charset="0"/>
              </a:rPr>
              <a:t>。</a:t>
            </a:r>
            <a:r>
              <a:rPr lang="en-US" altLang="zh-CN" dirty="0">
                <a:latin typeface="Consolas" panose="020B0609020204030204" pitchFamily="49" charset="0"/>
              </a:rPr>
              <a:t>",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"</a:t>
            </a:r>
            <a:r>
              <a:rPr lang="zh-CN" altLang="en-US" dirty="0">
                <a:latin typeface="Consolas" panose="020B0609020204030204" pitchFamily="49" charset="0"/>
              </a:rPr>
              <a:t>工作记忆强调近期性，通常会限制容量并设置 </a:t>
            </a:r>
            <a:r>
              <a:rPr lang="en-US" altLang="zh-CN" dirty="0">
                <a:latin typeface="Consolas" panose="020B0609020204030204" pitchFamily="49" charset="0"/>
              </a:rPr>
              <a:t>TTL</a:t>
            </a:r>
            <a:r>
              <a:rPr lang="zh-CN" altLang="en-US" dirty="0">
                <a:latin typeface="Consolas" panose="020B0609020204030204" pitchFamily="49" charset="0"/>
              </a:rPr>
              <a:t>。</a:t>
            </a:r>
            <a:r>
              <a:rPr lang="en-US" altLang="zh-CN" dirty="0">
                <a:latin typeface="Consolas" panose="020B0609020204030204" pitchFamily="49" charset="0"/>
              </a:rPr>
              <a:t>",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"</a:t>
            </a:r>
            <a:r>
              <a:rPr lang="en-US" altLang="zh-CN" dirty="0" err="1">
                <a:latin typeface="Consolas" panose="020B0609020204030204" pitchFamily="49" charset="0"/>
              </a:rPr>
              <a:t>HyDE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zh-CN" altLang="en-US" dirty="0">
                <a:latin typeface="Consolas" panose="020B0609020204030204" pitchFamily="49" charset="0"/>
              </a:rPr>
              <a:t>通过先生成假设答案来缩小查询和文档的语义鸿沟。</a:t>
            </a:r>
            <a:r>
              <a:rPr lang="en-US" altLang="zh-CN" dirty="0">
                <a:latin typeface="Consolas" panose="020B0609020204030204" pitchFamily="49" charset="0"/>
              </a:rPr>
              <a:t>",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]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# 3) </a:t>
            </a:r>
            <a:r>
              <a:rPr lang="zh-CN" altLang="en-US" dirty="0">
                <a:latin typeface="Consolas" panose="020B0609020204030204" pitchFamily="49" charset="0"/>
              </a:rPr>
              <a:t>工具函数（调用 </a:t>
            </a:r>
            <a:r>
              <a:rPr lang="en-US" altLang="zh-CN" dirty="0">
                <a:latin typeface="Consolas" panose="020B0609020204030204" pitchFamily="49" charset="0"/>
              </a:rPr>
              <a:t>Embedding </a:t>
            </a:r>
            <a:r>
              <a:rPr lang="zh-CN" altLang="en-US" dirty="0">
                <a:latin typeface="Consolas" panose="020B0609020204030204" pitchFamily="49" charset="0"/>
              </a:rPr>
              <a:t>模型把文本转化为向量）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def embed(text: str) -&gt; list[float]: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resp = </a:t>
            </a:r>
            <a:r>
              <a:rPr lang="en-US" altLang="zh-CN" dirty="0" err="1">
                <a:latin typeface="Consolas" panose="020B0609020204030204" pitchFamily="49" charset="0"/>
              </a:rPr>
              <a:t>client.embeddings.create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	model="text-embedding-3-small",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	input=text,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)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return </a:t>
            </a:r>
            <a:r>
              <a:rPr lang="en-US" altLang="zh-CN" dirty="0" err="1">
                <a:latin typeface="Consolas" panose="020B0609020204030204" pitchFamily="49" charset="0"/>
              </a:rPr>
              <a:t>resp.data</a:t>
            </a:r>
            <a:r>
              <a:rPr lang="en-US" altLang="zh-CN" dirty="0">
                <a:latin typeface="Consolas" panose="020B0609020204030204" pitchFamily="49" charset="0"/>
              </a:rPr>
              <a:t>[0].embedding</a:t>
            </a:r>
            <a:endParaRPr lang="zh-CN" altLang="en-US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2"/>
          <p:cNvSpPr>
            <a:spLocks noGrp="1"/>
          </p:cNvSpPr>
          <p:nvPr>
            <p:ph type="title"/>
          </p:nvPr>
        </p:nvSpPr>
        <p:spPr>
          <a:xfrm>
            <a:off x="1200590" y="370895"/>
            <a:ext cx="7744864" cy="624416"/>
          </a:xfrm>
        </p:spPr>
        <p:txBody>
          <a:bodyPr>
            <a:noAutofit/>
          </a:bodyPr>
          <a:lstStyle/>
          <a:p>
            <a:r>
              <a:rPr lang="en-US" altLang="zh-CN" dirty="0"/>
              <a:t>4</a:t>
            </a:r>
            <a:r>
              <a:rPr lang="en-US" altLang="zh-CN" b="1" dirty="0"/>
              <a:t>. </a:t>
            </a:r>
            <a:r>
              <a:rPr lang="zh-CN" altLang="en-US" dirty="0"/>
              <a:t>向量数据的使用示例</a:t>
            </a:r>
            <a:endParaRPr lang="en-US" altLang="zh-CN" b="1" dirty="0"/>
          </a:p>
        </p:txBody>
      </p:sp>
      <p:sp>
        <p:nvSpPr>
          <p:cNvPr id="5" name="矩形 4"/>
          <p:cNvSpPr/>
          <p:nvPr/>
        </p:nvSpPr>
        <p:spPr>
          <a:xfrm>
            <a:off x="903388" y="1298608"/>
            <a:ext cx="10531231" cy="597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prstClr val="black"/>
                </a:solidFill>
              </a:rPr>
              <a:t>现在有许多成熟的向量数据库可以直接使用，例如</a:t>
            </a:r>
            <a:r>
              <a:rPr lang="en-US" altLang="zh-CN" sz="2800" dirty="0">
                <a:solidFill>
                  <a:prstClr val="black"/>
                </a:solidFill>
              </a:rPr>
              <a:t>Chroma</a:t>
            </a:r>
            <a:endParaRPr lang="en-US" altLang="zh-CN" sz="2800" dirty="0">
              <a:solidFill>
                <a:prstClr val="black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00590" y="2294370"/>
            <a:ext cx="92197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# 4)</a:t>
            </a:r>
            <a:r>
              <a:rPr lang="zh-CN" altLang="en-US" dirty="0">
                <a:latin typeface="Consolas" panose="020B0609020204030204" pitchFamily="49" charset="0"/>
              </a:rPr>
              <a:t> 生成向量并写入数据库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embeddings = [embed(d) for d in docs]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ids = [</a:t>
            </a:r>
            <a:r>
              <a:rPr lang="en-US" altLang="zh-CN" dirty="0" err="1">
                <a:latin typeface="Consolas" panose="020B0609020204030204" pitchFamily="49" charset="0"/>
              </a:rPr>
              <a:t>f"doc</a:t>
            </a:r>
            <a:r>
              <a:rPr lang="en-US" altLang="zh-CN" dirty="0">
                <a:latin typeface="Consolas" panose="020B0609020204030204" pitchFamily="49" charset="0"/>
              </a:rPr>
              <a:t>_{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}" for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 in range(</a:t>
            </a:r>
            <a:r>
              <a:rPr lang="en-US" altLang="zh-CN" dirty="0" err="1">
                <a:latin typeface="Consolas" panose="020B0609020204030204" pitchFamily="49" charset="0"/>
              </a:rPr>
              <a:t>len</a:t>
            </a:r>
            <a:r>
              <a:rPr lang="en-US" altLang="zh-CN" dirty="0">
                <a:latin typeface="Consolas" panose="020B0609020204030204" pitchFamily="49" charset="0"/>
              </a:rPr>
              <a:t>(docs))]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 err="1">
                <a:latin typeface="Consolas" panose="020B0609020204030204" pitchFamily="49" charset="0"/>
              </a:rPr>
              <a:t>metadatas</a:t>
            </a:r>
            <a:r>
              <a:rPr lang="en-US" altLang="zh-CN" dirty="0">
                <a:latin typeface="Consolas" panose="020B0609020204030204" pitchFamily="49" charset="0"/>
              </a:rPr>
              <a:t> = [{"source": "chapter08"} for _ in docs]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 err="1">
                <a:latin typeface="Consolas" panose="020B0609020204030204" pitchFamily="49" charset="0"/>
              </a:rPr>
              <a:t>collection.add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ids=ids,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documents=docs,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embeddings=embeddings,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metadatas</a:t>
            </a:r>
            <a:r>
              <a:rPr lang="en-US" altLang="zh-CN" dirty="0">
                <a:latin typeface="Consolas" panose="020B0609020204030204" pitchFamily="49" charset="0"/>
              </a:rPr>
              <a:t>=</a:t>
            </a:r>
            <a:r>
              <a:rPr lang="en-US" altLang="zh-CN" dirty="0" err="1">
                <a:latin typeface="Consolas" panose="020B0609020204030204" pitchFamily="49" charset="0"/>
              </a:rPr>
              <a:t>metadatas</a:t>
            </a:r>
            <a:r>
              <a:rPr lang="en-US" altLang="zh-CN" dirty="0">
                <a:latin typeface="Consolas" panose="020B0609020204030204" pitchFamily="49" charset="0"/>
              </a:rPr>
              <a:t>,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)</a:t>
            </a:r>
            <a:endParaRPr lang="zh-CN" altLang="en-US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2"/>
          <p:cNvSpPr>
            <a:spLocks noGrp="1"/>
          </p:cNvSpPr>
          <p:nvPr>
            <p:ph type="title"/>
          </p:nvPr>
        </p:nvSpPr>
        <p:spPr>
          <a:xfrm>
            <a:off x="1200590" y="370895"/>
            <a:ext cx="7744864" cy="624416"/>
          </a:xfrm>
        </p:spPr>
        <p:txBody>
          <a:bodyPr>
            <a:noAutofit/>
          </a:bodyPr>
          <a:lstStyle/>
          <a:p>
            <a:r>
              <a:rPr lang="en-US" altLang="zh-CN" dirty="0"/>
              <a:t>4</a:t>
            </a:r>
            <a:r>
              <a:rPr lang="en-US" altLang="zh-CN" b="1" dirty="0"/>
              <a:t>. </a:t>
            </a:r>
            <a:r>
              <a:rPr lang="zh-CN" altLang="en-US" dirty="0"/>
              <a:t>向量数据的使用示例</a:t>
            </a:r>
            <a:endParaRPr lang="en-US" altLang="zh-CN" b="1" dirty="0"/>
          </a:p>
        </p:txBody>
      </p:sp>
      <p:sp>
        <p:nvSpPr>
          <p:cNvPr id="5" name="矩形 4"/>
          <p:cNvSpPr/>
          <p:nvPr/>
        </p:nvSpPr>
        <p:spPr>
          <a:xfrm>
            <a:off x="903388" y="1298608"/>
            <a:ext cx="10531231" cy="597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prstClr val="black"/>
                </a:solidFill>
              </a:rPr>
              <a:t>现在有许多成熟的向量数据库可以直接使用，例如</a:t>
            </a:r>
            <a:r>
              <a:rPr lang="en-US" altLang="zh-CN" sz="2800" dirty="0">
                <a:solidFill>
                  <a:prstClr val="black"/>
                </a:solidFill>
              </a:rPr>
              <a:t>Chroma</a:t>
            </a:r>
            <a:endParaRPr lang="en-US" altLang="zh-CN" sz="2800" dirty="0">
              <a:solidFill>
                <a:prstClr val="black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00590" y="2294370"/>
            <a:ext cx="921976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# 5) </a:t>
            </a:r>
            <a:r>
              <a:rPr lang="zh-CN" altLang="en-US" dirty="0">
                <a:latin typeface="Consolas" panose="020B0609020204030204" pitchFamily="49" charset="0"/>
              </a:rPr>
              <a:t>查询：把问题向量化后做相似度检索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query = "</a:t>
            </a:r>
            <a:r>
              <a:rPr lang="zh-CN" altLang="en-US" dirty="0">
                <a:latin typeface="Consolas" panose="020B0609020204030204" pitchFamily="49" charset="0"/>
              </a:rPr>
              <a:t>为什么要给 </a:t>
            </a:r>
            <a:r>
              <a:rPr lang="en-US" altLang="zh-CN" dirty="0">
                <a:latin typeface="Consolas" panose="020B0609020204030204" pitchFamily="49" charset="0"/>
              </a:rPr>
              <a:t>Agent </a:t>
            </a:r>
            <a:r>
              <a:rPr lang="zh-CN" altLang="en-US" dirty="0">
                <a:latin typeface="Consolas" panose="020B0609020204030204" pitchFamily="49" charset="0"/>
              </a:rPr>
              <a:t>设置工作记忆 </a:t>
            </a:r>
            <a:r>
              <a:rPr lang="en-US" altLang="zh-CN" dirty="0">
                <a:latin typeface="Consolas" panose="020B0609020204030204" pitchFamily="49" charset="0"/>
              </a:rPr>
              <a:t>TTL</a:t>
            </a:r>
            <a:r>
              <a:rPr lang="zh-CN" altLang="en-US" dirty="0">
                <a:latin typeface="Consolas" panose="020B0609020204030204" pitchFamily="49" charset="0"/>
              </a:rPr>
              <a:t>？</a:t>
            </a:r>
            <a:r>
              <a:rPr lang="en-US" altLang="zh-CN" dirty="0">
                <a:latin typeface="Consolas" panose="020B0609020204030204" pitchFamily="49" charset="0"/>
              </a:rPr>
              <a:t>"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 err="1">
                <a:latin typeface="Consolas" panose="020B0609020204030204" pitchFamily="49" charset="0"/>
              </a:rPr>
              <a:t>query_embedding</a:t>
            </a:r>
            <a:r>
              <a:rPr lang="en-US" altLang="zh-CN" dirty="0">
                <a:latin typeface="Consolas" panose="020B0609020204030204" pitchFamily="49" charset="0"/>
              </a:rPr>
              <a:t> = embed(query)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result = </a:t>
            </a:r>
            <a:r>
              <a:rPr lang="en-US" altLang="zh-CN" dirty="0" err="1">
                <a:latin typeface="Consolas" panose="020B0609020204030204" pitchFamily="49" charset="0"/>
              </a:rPr>
              <a:t>collection.query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query_embeddings</a:t>
            </a:r>
            <a:r>
              <a:rPr lang="en-US" altLang="zh-CN" dirty="0">
                <a:latin typeface="Consolas" panose="020B0609020204030204" pitchFamily="49" charset="0"/>
              </a:rPr>
              <a:t>=[</a:t>
            </a:r>
            <a:r>
              <a:rPr lang="en-US" altLang="zh-CN" dirty="0" err="1">
                <a:latin typeface="Consolas" panose="020B0609020204030204" pitchFamily="49" charset="0"/>
              </a:rPr>
              <a:t>query_embedding</a:t>
            </a:r>
            <a:r>
              <a:rPr lang="en-US" altLang="zh-CN" dirty="0">
                <a:latin typeface="Consolas" panose="020B0609020204030204" pitchFamily="49" charset="0"/>
              </a:rPr>
              <a:t>],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n_results</a:t>
            </a:r>
            <a:r>
              <a:rPr lang="en-US" altLang="zh-CN" dirty="0">
                <a:latin typeface="Consolas" panose="020B0609020204030204" pitchFamily="49" charset="0"/>
              </a:rPr>
              <a:t>=2,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where={"source": "chapter08"},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)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print("</a:t>
            </a:r>
            <a:r>
              <a:rPr lang="zh-CN" altLang="en-US" dirty="0">
                <a:latin typeface="Consolas" panose="020B0609020204030204" pitchFamily="49" charset="0"/>
              </a:rPr>
              <a:t>检索结果：</a:t>
            </a:r>
            <a:r>
              <a:rPr lang="en-US" altLang="zh-CN" dirty="0">
                <a:latin typeface="Consolas" panose="020B0609020204030204" pitchFamily="49" charset="0"/>
              </a:rPr>
              <a:t>")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for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, text in enumerate(result["documents"][0], start=1):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print(f"{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}. {text}")</a:t>
            </a:r>
            <a:endParaRPr lang="zh-CN" altLang="en-US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2"/>
          <p:cNvSpPr>
            <a:spLocks noGrp="1"/>
          </p:cNvSpPr>
          <p:nvPr>
            <p:ph type="title"/>
          </p:nvPr>
        </p:nvSpPr>
        <p:spPr>
          <a:xfrm>
            <a:off x="1200590" y="370895"/>
            <a:ext cx="7744864" cy="624416"/>
          </a:xfrm>
        </p:spPr>
        <p:txBody>
          <a:bodyPr>
            <a:noAutofit/>
          </a:bodyPr>
          <a:lstStyle/>
          <a:p>
            <a:r>
              <a:rPr lang="zh-CN" altLang="en-US" b="1" dirty="0"/>
              <a:t>案例演示</a:t>
            </a:r>
            <a:endParaRPr lang="en-US" altLang="zh-CN" b="1" dirty="0"/>
          </a:p>
        </p:txBody>
      </p:sp>
      <p:sp>
        <p:nvSpPr>
          <p:cNvPr id="5" name="矩形 4"/>
          <p:cNvSpPr/>
          <p:nvPr/>
        </p:nvSpPr>
        <p:spPr>
          <a:xfrm>
            <a:off x="903388" y="1298608"/>
            <a:ext cx="10531231" cy="597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prstClr val="black"/>
                </a:solidFill>
              </a:rPr>
              <a:t>接下来让我们看看如何自己实现一个简单的记忆系统和</a:t>
            </a:r>
            <a:r>
              <a:rPr lang="en-US" altLang="zh-CN" sz="2800" dirty="0">
                <a:solidFill>
                  <a:prstClr val="black"/>
                </a:solidFill>
              </a:rPr>
              <a:t>RAG</a:t>
            </a:r>
            <a:endParaRPr lang="en-US" altLang="zh-CN" sz="2800" dirty="0">
              <a:solidFill>
                <a:prstClr val="black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00590" y="2294370"/>
            <a:ext cx="92197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@dataclass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class </a:t>
            </a:r>
            <a:r>
              <a:rPr lang="en-US" altLang="zh-CN" dirty="0" err="1">
                <a:latin typeface="Consolas" panose="020B0609020204030204" pitchFamily="49" charset="0"/>
              </a:rPr>
              <a:t>MemoryItem</a:t>
            </a:r>
            <a:r>
              <a:rPr lang="en-US" altLang="zh-CN" dirty="0">
                <a:latin typeface="Consolas" panose="020B0609020204030204" pitchFamily="49" charset="0"/>
              </a:rPr>
              <a:t>: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"""</a:t>
            </a:r>
            <a:r>
              <a:rPr lang="zh-CN" altLang="en-US" dirty="0">
                <a:latin typeface="Consolas" panose="020B0609020204030204" pitchFamily="49" charset="0"/>
              </a:rPr>
              <a:t>统一的记忆条目结构，供三类记忆模块共用。</a:t>
            </a:r>
            <a:r>
              <a:rPr lang="en-US" altLang="zh-CN" dirty="0">
                <a:latin typeface="Consolas" panose="020B0609020204030204" pitchFamily="49" charset="0"/>
              </a:rPr>
              <a:t>"""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id: str = field(</a:t>
            </a:r>
            <a:r>
              <a:rPr lang="en-US" altLang="zh-CN" dirty="0" err="1">
                <a:latin typeface="Consolas" panose="020B0609020204030204" pitchFamily="49" charset="0"/>
              </a:rPr>
              <a:t>default_factory</a:t>
            </a:r>
            <a:r>
              <a:rPr lang="en-US" altLang="zh-CN" dirty="0">
                <a:latin typeface="Consolas" panose="020B0609020204030204" pitchFamily="49" charset="0"/>
              </a:rPr>
              <a:t>=lambda: str(uuid.uuid4()))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content: str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importance: float = 0.5  # </a:t>
            </a:r>
            <a:r>
              <a:rPr lang="zh-CN" altLang="en-US" dirty="0">
                <a:latin typeface="Consolas" panose="020B0609020204030204" pitchFamily="49" charset="0"/>
              </a:rPr>
              <a:t>重要性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session_id</a:t>
            </a:r>
            <a:r>
              <a:rPr lang="en-US" altLang="zh-CN" dirty="0">
                <a:latin typeface="Consolas" panose="020B0609020204030204" pitchFamily="49" charset="0"/>
              </a:rPr>
              <a:t>: str  # </a:t>
            </a:r>
            <a:r>
              <a:rPr lang="zh-CN" altLang="en-US" dirty="0">
                <a:latin typeface="Consolas" panose="020B0609020204030204" pitchFamily="49" charset="0"/>
              </a:rPr>
              <a:t>记录记忆关联的会话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tags: list[str] = field(</a:t>
            </a:r>
            <a:r>
              <a:rPr lang="en-US" altLang="zh-CN" dirty="0" err="1">
                <a:latin typeface="Consolas" panose="020B0609020204030204" pitchFamily="49" charset="0"/>
              </a:rPr>
              <a:t>default_factory</a:t>
            </a:r>
            <a:r>
              <a:rPr lang="en-US" altLang="zh-CN" dirty="0">
                <a:latin typeface="Consolas" panose="020B0609020204030204" pitchFamily="49" charset="0"/>
              </a:rPr>
              <a:t>=list)  # </a:t>
            </a:r>
            <a:r>
              <a:rPr lang="zh-CN" altLang="en-US" dirty="0">
                <a:latin typeface="Consolas" panose="020B0609020204030204" pitchFamily="49" charset="0"/>
              </a:rPr>
              <a:t>用于过滤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timestamp: float = field(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    </a:t>
            </a:r>
            <a:r>
              <a:rPr lang="en-US" altLang="zh-CN" dirty="0" err="1">
                <a:latin typeface="Consolas" panose="020B0609020204030204" pitchFamily="49" charset="0"/>
              </a:rPr>
              <a:t>default_factory</a:t>
            </a:r>
            <a:r>
              <a:rPr lang="en-US" altLang="zh-CN" dirty="0">
                <a:latin typeface="Consolas" panose="020B0609020204030204" pitchFamily="49" charset="0"/>
              </a:rPr>
              <a:t>=lambda: </a:t>
            </a:r>
            <a:r>
              <a:rPr lang="en-US" altLang="zh-CN" dirty="0" err="1">
                <a:latin typeface="Consolas" panose="020B0609020204030204" pitchFamily="49" charset="0"/>
              </a:rPr>
              <a:t>datetime.now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latin typeface="Consolas" panose="020B0609020204030204" pitchFamily="49" charset="0"/>
              </a:rPr>
              <a:t>timezone.utc</a:t>
            </a:r>
            <a:r>
              <a:rPr lang="en-US" altLang="zh-CN" dirty="0">
                <a:latin typeface="Consolas" panose="020B0609020204030204" pitchFamily="49" charset="0"/>
              </a:rPr>
              <a:t>).timestamp()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)  # </a:t>
            </a:r>
            <a:r>
              <a:rPr lang="zh-CN" altLang="en-US" dirty="0">
                <a:latin typeface="Consolas" panose="020B0609020204030204" pitchFamily="49" charset="0"/>
              </a:rPr>
              <a:t>时间戳</a:t>
            </a:r>
            <a:endParaRPr lang="zh-CN" altLang="en-US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2"/>
          <p:cNvSpPr>
            <a:spLocks noGrp="1"/>
          </p:cNvSpPr>
          <p:nvPr>
            <p:ph type="title"/>
          </p:nvPr>
        </p:nvSpPr>
        <p:spPr>
          <a:xfrm>
            <a:off x="1200590" y="370895"/>
            <a:ext cx="7744864" cy="624416"/>
          </a:xfrm>
        </p:spPr>
        <p:txBody>
          <a:bodyPr>
            <a:noAutofit/>
          </a:bodyPr>
          <a:lstStyle/>
          <a:p>
            <a:r>
              <a:rPr lang="zh-CN" altLang="en-US" b="1" dirty="0"/>
              <a:t>案例演示</a:t>
            </a:r>
            <a:endParaRPr lang="en-US" altLang="zh-CN" b="1" dirty="0"/>
          </a:p>
        </p:txBody>
      </p:sp>
      <p:sp>
        <p:nvSpPr>
          <p:cNvPr id="5" name="矩形 4"/>
          <p:cNvSpPr/>
          <p:nvPr/>
        </p:nvSpPr>
        <p:spPr>
          <a:xfrm>
            <a:off x="903388" y="1298608"/>
            <a:ext cx="10531231" cy="597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prstClr val="black"/>
                </a:solidFill>
              </a:rPr>
              <a:t>工作记忆（有存活时间和容量限制）</a:t>
            </a:r>
            <a:endParaRPr lang="en-US" altLang="zh-CN" sz="2800" dirty="0">
              <a:solidFill>
                <a:prstClr val="black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00590" y="2294370"/>
            <a:ext cx="92197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def add(self, memory: </a:t>
            </a:r>
            <a:r>
              <a:rPr lang="en-US" altLang="zh-CN" dirty="0" err="1">
                <a:latin typeface="Consolas" panose="020B0609020204030204" pitchFamily="49" charset="0"/>
              </a:rPr>
              <a:t>MemoryItem</a:t>
            </a:r>
            <a:r>
              <a:rPr lang="en-US" altLang="zh-CN" dirty="0">
                <a:latin typeface="Consolas" panose="020B0609020204030204" pitchFamily="49" charset="0"/>
              </a:rPr>
              <a:t>) -&gt; None: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# 1) </a:t>
            </a:r>
            <a:r>
              <a:rPr lang="zh-CN" altLang="en-US" dirty="0">
                <a:latin typeface="Consolas" panose="020B0609020204030204" pitchFamily="49" charset="0"/>
              </a:rPr>
              <a:t>写入当前记忆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self._items</a:t>
            </a:r>
            <a:r>
              <a:rPr lang="en-US" altLang="zh-CN" dirty="0">
                <a:latin typeface="Consolas" panose="020B0609020204030204" pitchFamily="49" charset="0"/>
              </a:rPr>
              <a:t>[memory.id] = memory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# 2) </a:t>
            </a:r>
            <a:r>
              <a:rPr lang="zh-CN" altLang="en-US" dirty="0">
                <a:latin typeface="Consolas" panose="020B0609020204030204" pitchFamily="49" charset="0"/>
              </a:rPr>
              <a:t>清理过期记忆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self.cleanup_expired</a:t>
            </a:r>
            <a:r>
              <a:rPr lang="en-US" altLang="zh-CN" dirty="0">
                <a:latin typeface="Consolas" panose="020B0609020204030204" pitchFamily="49" charset="0"/>
              </a:rPr>
              <a:t>()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# 3) </a:t>
            </a:r>
            <a:r>
              <a:rPr lang="zh-CN" altLang="en-US" dirty="0">
                <a:latin typeface="Consolas" panose="020B0609020204030204" pitchFamily="49" charset="0"/>
              </a:rPr>
              <a:t>控制容量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 </a:t>
            </a:r>
            <a:r>
              <a:rPr lang="en-US" altLang="zh-CN" dirty="0">
                <a:latin typeface="Consolas" panose="020B0609020204030204" pitchFamily="49" charset="0"/>
              </a:rPr>
              <a:t>self._</a:t>
            </a:r>
            <a:r>
              <a:rPr lang="en-US" altLang="zh-CN" dirty="0" err="1">
                <a:latin typeface="Consolas" panose="020B0609020204030204" pitchFamily="49" charset="0"/>
              </a:rPr>
              <a:t>enforce_capacity</a:t>
            </a:r>
            <a:r>
              <a:rPr lang="en-US" altLang="zh-CN" dirty="0">
                <a:latin typeface="Consolas" panose="020B0609020204030204" pitchFamily="49" charset="0"/>
              </a:rPr>
              <a:t>()</a:t>
            </a:r>
            <a:endParaRPr lang="en-US" altLang="zh-CN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2"/>
          <p:cNvSpPr>
            <a:spLocks noGrp="1"/>
          </p:cNvSpPr>
          <p:nvPr>
            <p:ph type="title"/>
          </p:nvPr>
        </p:nvSpPr>
        <p:spPr>
          <a:xfrm>
            <a:off x="1200590" y="370895"/>
            <a:ext cx="7744864" cy="624416"/>
          </a:xfrm>
        </p:spPr>
        <p:txBody>
          <a:bodyPr>
            <a:noAutofit/>
          </a:bodyPr>
          <a:lstStyle/>
          <a:p>
            <a:r>
              <a:rPr lang="zh-CN" altLang="en-US" b="1" dirty="0"/>
              <a:t>案例演示</a:t>
            </a:r>
            <a:endParaRPr lang="en-US" altLang="zh-CN" b="1" dirty="0"/>
          </a:p>
        </p:txBody>
      </p:sp>
      <p:sp>
        <p:nvSpPr>
          <p:cNvPr id="5" name="矩形 4"/>
          <p:cNvSpPr/>
          <p:nvPr/>
        </p:nvSpPr>
        <p:spPr>
          <a:xfrm>
            <a:off x="903388" y="1298608"/>
            <a:ext cx="10531231" cy="597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prstClr val="black"/>
                </a:solidFill>
              </a:rPr>
              <a:t>工作记忆（有存活时间和容量限制）</a:t>
            </a:r>
            <a:endParaRPr lang="en-US" altLang="zh-CN" sz="2800" dirty="0">
              <a:solidFill>
                <a:prstClr val="black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00590" y="2085922"/>
            <a:ext cx="104008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def query(self, </a:t>
            </a:r>
            <a:r>
              <a:rPr lang="en-US" altLang="zh-CN" dirty="0" err="1">
                <a:latin typeface="Consolas" panose="020B0609020204030204" pitchFamily="49" charset="0"/>
              </a:rPr>
              <a:t>query_text</a:t>
            </a:r>
            <a:r>
              <a:rPr lang="en-US" altLang="zh-CN" dirty="0">
                <a:latin typeface="Consolas" panose="020B0609020204030204" pitchFamily="49" charset="0"/>
              </a:rPr>
              <a:t>: str, </a:t>
            </a:r>
            <a:r>
              <a:rPr lang="en-US" altLang="zh-CN" dirty="0" err="1">
                <a:latin typeface="Consolas" panose="020B0609020204030204" pitchFamily="49" charset="0"/>
              </a:rPr>
              <a:t>top_k</a:t>
            </a:r>
            <a:r>
              <a:rPr lang="en-US" altLang="zh-CN" dirty="0">
                <a:latin typeface="Consolas" panose="020B0609020204030204" pitchFamily="49" charset="0"/>
              </a:rPr>
              <a:t>: int = 5, tags: list[str] | None = None):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 </a:t>
            </a:r>
            <a:r>
              <a:rPr lang="en-US" altLang="zh-CN" dirty="0">
                <a:latin typeface="Consolas" panose="020B0609020204030204" pitchFamily="49" charset="0"/>
              </a:rPr>
              <a:t>for mem in candidates: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    </a:t>
            </a:r>
            <a:r>
              <a:rPr lang="en-US" altLang="zh-CN" dirty="0" err="1">
                <a:latin typeface="Consolas" panose="020B0609020204030204" pitchFamily="49" charset="0"/>
              </a:rPr>
              <a:t>rel</a:t>
            </a:r>
            <a:r>
              <a:rPr lang="en-US" altLang="zh-CN" dirty="0">
                <a:latin typeface="Consolas" panose="020B0609020204030204" pitchFamily="49" charset="0"/>
              </a:rPr>
              <a:t> = self._</a:t>
            </a:r>
            <a:r>
              <a:rPr lang="en-US" altLang="zh-CN" dirty="0" err="1">
                <a:latin typeface="Consolas" panose="020B0609020204030204" pitchFamily="49" charset="0"/>
              </a:rPr>
              <a:t>tfidf_similarity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latin typeface="Consolas" panose="020B0609020204030204" pitchFamily="49" charset="0"/>
              </a:rPr>
              <a:t>query_vec</a:t>
            </a:r>
            <a:r>
              <a:rPr lang="en-US" altLang="zh-CN" dirty="0">
                <a:latin typeface="Consolas" panose="020B0609020204030204" pitchFamily="49" charset="0"/>
              </a:rPr>
              <a:t>, </a:t>
            </a:r>
            <a:r>
              <a:rPr lang="en-US" altLang="zh-CN" dirty="0" err="1">
                <a:latin typeface="Consolas" panose="020B0609020204030204" pitchFamily="49" charset="0"/>
              </a:rPr>
              <a:t>mem_vec</a:t>
            </a:r>
            <a:r>
              <a:rPr lang="en-US" altLang="zh-CN" dirty="0">
                <a:latin typeface="Consolas" panose="020B0609020204030204" pitchFamily="49" charset="0"/>
              </a:rPr>
              <a:t>, </a:t>
            </a:r>
            <a:r>
              <a:rPr lang="en-US" altLang="zh-CN" dirty="0" err="1">
                <a:latin typeface="Consolas" panose="020B0609020204030204" pitchFamily="49" charset="0"/>
              </a:rPr>
              <a:t>doc_freq</a:t>
            </a:r>
            <a:r>
              <a:rPr lang="en-US" altLang="zh-CN" dirty="0">
                <a:latin typeface="Consolas" panose="020B0609020204030204" pitchFamily="49" charset="0"/>
              </a:rPr>
              <a:t>, </a:t>
            </a:r>
            <a:r>
              <a:rPr lang="en-US" altLang="zh-CN" dirty="0" err="1">
                <a:latin typeface="Consolas" panose="020B0609020204030204" pitchFamily="49" charset="0"/>
              </a:rPr>
              <a:t>len</a:t>
            </a:r>
            <a:r>
              <a:rPr lang="en-US" altLang="zh-CN" dirty="0">
                <a:latin typeface="Consolas" panose="020B0609020204030204" pitchFamily="49" charset="0"/>
              </a:rPr>
              <a:t>(candidates))  # </a:t>
            </a:r>
            <a:r>
              <a:rPr lang="zh-CN" altLang="en-US" dirty="0">
                <a:latin typeface="Consolas" panose="020B0609020204030204" pitchFamily="49" charset="0"/>
              </a:rPr>
              <a:t>计算相似度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    rec = </a:t>
            </a:r>
            <a:r>
              <a:rPr lang="en-US" altLang="zh-CN" dirty="0" err="1">
                <a:latin typeface="Consolas" panose="020B0609020204030204" pitchFamily="49" charset="0"/>
              </a:rPr>
              <a:t>recency_score</a:t>
            </a:r>
            <a:r>
              <a:rPr lang="en-US" altLang="zh-CN" dirty="0">
                <a:latin typeface="Consolas" panose="020B0609020204030204" pitchFamily="49" charset="0"/>
              </a:rPr>
              <a:t>(now, </a:t>
            </a:r>
            <a:r>
              <a:rPr lang="en-US" altLang="zh-CN" dirty="0" err="1">
                <a:latin typeface="Consolas" panose="020B0609020204030204" pitchFamily="49" charset="0"/>
              </a:rPr>
              <a:t>mem.timestamp</a:t>
            </a:r>
            <a:r>
              <a:rPr lang="en-US" altLang="zh-CN" dirty="0">
                <a:latin typeface="Consolas" panose="020B0609020204030204" pitchFamily="49" charset="0"/>
              </a:rPr>
              <a:t>, </a:t>
            </a:r>
            <a:r>
              <a:rPr lang="en-US" altLang="zh-CN" dirty="0" err="1">
                <a:latin typeface="Consolas" panose="020B0609020204030204" pitchFamily="49" charset="0"/>
              </a:rPr>
              <a:t>half_life_seconds</a:t>
            </a:r>
            <a:r>
              <a:rPr lang="en-US" altLang="zh-CN" dirty="0">
                <a:latin typeface="Consolas" panose="020B0609020204030204" pitchFamily="49" charset="0"/>
              </a:rPr>
              <a:t>=max(300, </a:t>
            </a:r>
            <a:r>
              <a:rPr lang="en-US" altLang="zh-CN" dirty="0" err="1">
                <a:latin typeface="Consolas" panose="020B0609020204030204" pitchFamily="49" charset="0"/>
              </a:rPr>
              <a:t>self.ttl_seconds</a:t>
            </a:r>
            <a:r>
              <a:rPr lang="en-US" altLang="zh-CN" dirty="0">
                <a:latin typeface="Consolas" panose="020B0609020204030204" pitchFamily="49" charset="0"/>
              </a:rPr>
              <a:t> / 2))  # </a:t>
            </a:r>
            <a:r>
              <a:rPr lang="zh-CN" altLang="en-US" dirty="0">
                <a:latin typeface="Consolas" panose="020B0609020204030204" pitchFamily="49" charset="0"/>
              </a:rPr>
              <a:t>计算近期性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    imp = </a:t>
            </a:r>
            <a:r>
              <a:rPr lang="en-US" altLang="zh-CN" dirty="0" err="1">
                <a:latin typeface="Consolas" panose="020B0609020204030204" pitchFamily="49" charset="0"/>
              </a:rPr>
              <a:t>normalize_importance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latin typeface="Consolas" panose="020B0609020204030204" pitchFamily="49" charset="0"/>
              </a:rPr>
              <a:t>mem.importance</a:t>
            </a:r>
            <a:r>
              <a:rPr lang="en-US" altLang="zh-CN" dirty="0">
                <a:latin typeface="Consolas" panose="020B0609020204030204" pitchFamily="49" charset="0"/>
              </a:rPr>
              <a:t>)  # </a:t>
            </a:r>
            <a:r>
              <a:rPr lang="zh-CN" altLang="en-US" dirty="0">
                <a:latin typeface="Consolas" panose="020B0609020204030204" pitchFamily="49" charset="0"/>
              </a:rPr>
              <a:t>计算重要性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total = 0.5 * </a:t>
            </a:r>
            <a:r>
              <a:rPr lang="en-US" altLang="zh-CN" dirty="0" err="1">
                <a:latin typeface="Consolas" panose="020B0609020204030204" pitchFamily="49" charset="0"/>
              </a:rPr>
              <a:t>rel</a:t>
            </a:r>
            <a:r>
              <a:rPr lang="en-US" altLang="zh-CN" dirty="0">
                <a:latin typeface="Consolas" panose="020B0609020204030204" pitchFamily="49" charset="0"/>
              </a:rPr>
              <a:t> + 0.35 * rec + 0.15 * imp  # </a:t>
            </a:r>
            <a:r>
              <a:rPr lang="zh-CN" altLang="en-US" dirty="0">
                <a:latin typeface="Consolas" panose="020B0609020204030204" pitchFamily="49" charset="0"/>
              </a:rPr>
              <a:t>总分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scored.append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latin typeface="Consolas" panose="020B0609020204030204" pitchFamily="49" charset="0"/>
              </a:rPr>
              <a:t>ScoredMemory</a:t>
            </a:r>
            <a:r>
              <a:rPr lang="en-US" altLang="zh-CN" dirty="0">
                <a:latin typeface="Consolas" panose="020B0609020204030204" pitchFamily="49" charset="0"/>
              </a:rPr>
              <a:t>(memory=mem, score=total, ...))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scored.sort</a:t>
            </a:r>
            <a:r>
              <a:rPr lang="en-US" altLang="zh-CN" dirty="0">
                <a:latin typeface="Consolas" panose="020B0609020204030204" pitchFamily="49" charset="0"/>
              </a:rPr>
              <a:t>(key=lambda x: </a:t>
            </a:r>
            <a:r>
              <a:rPr lang="en-US" altLang="zh-CN" dirty="0" err="1">
                <a:latin typeface="Consolas" panose="020B0609020204030204" pitchFamily="49" charset="0"/>
              </a:rPr>
              <a:t>x.score</a:t>
            </a:r>
            <a:r>
              <a:rPr lang="en-US" altLang="zh-CN" dirty="0">
                <a:latin typeface="Consolas" panose="020B0609020204030204" pitchFamily="49" charset="0"/>
              </a:rPr>
              <a:t>, reverse=True)  # </a:t>
            </a:r>
            <a:r>
              <a:rPr lang="zh-CN" altLang="en-US" dirty="0">
                <a:latin typeface="Consolas" panose="020B0609020204030204" pitchFamily="49" charset="0"/>
              </a:rPr>
              <a:t>排序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return scored[:</a:t>
            </a:r>
            <a:r>
              <a:rPr lang="en-US" altLang="zh-CN" dirty="0" err="1">
                <a:latin typeface="Consolas" panose="020B0609020204030204" pitchFamily="49" charset="0"/>
              </a:rPr>
              <a:t>top_k</a:t>
            </a:r>
            <a:r>
              <a:rPr lang="en-US" altLang="zh-CN" dirty="0">
                <a:latin typeface="Consolas" panose="020B0609020204030204" pitchFamily="49" charset="0"/>
              </a:rPr>
              <a:t>]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82873" y="5692341"/>
            <a:ext cx="101722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所有的记忆都会计算一个分数，然后进行排序，检索出最相关、最近期、最重要的记忆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2"/>
          <p:cNvSpPr>
            <a:spLocks noGrp="1"/>
          </p:cNvSpPr>
          <p:nvPr>
            <p:ph type="title"/>
          </p:nvPr>
        </p:nvSpPr>
        <p:spPr>
          <a:xfrm>
            <a:off x="1200590" y="370895"/>
            <a:ext cx="7744864" cy="624416"/>
          </a:xfrm>
        </p:spPr>
        <p:txBody>
          <a:bodyPr>
            <a:noAutofit/>
          </a:bodyPr>
          <a:lstStyle/>
          <a:p>
            <a:r>
              <a:rPr lang="zh-CN" altLang="en-US" b="1" dirty="0"/>
              <a:t>案例演示</a:t>
            </a:r>
            <a:endParaRPr lang="en-US" altLang="zh-CN" b="1" dirty="0"/>
          </a:p>
        </p:txBody>
      </p:sp>
      <p:sp>
        <p:nvSpPr>
          <p:cNvPr id="5" name="矩形 4"/>
          <p:cNvSpPr/>
          <p:nvPr/>
        </p:nvSpPr>
        <p:spPr>
          <a:xfrm>
            <a:off x="903388" y="1298608"/>
            <a:ext cx="10531231" cy="597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prstClr val="black"/>
                </a:solidFill>
              </a:rPr>
              <a:t>情景记忆（需要持久化、向量化）</a:t>
            </a:r>
            <a:endParaRPr lang="en-US" altLang="zh-CN" sz="2800" dirty="0">
              <a:solidFill>
                <a:prstClr val="black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00590" y="2085922"/>
            <a:ext cx="104008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def add(self, memory: </a:t>
            </a:r>
            <a:r>
              <a:rPr lang="en-US" altLang="zh-CN" dirty="0" err="1">
                <a:latin typeface="Consolas" panose="020B0609020204030204" pitchFamily="49" charset="0"/>
              </a:rPr>
              <a:t>MemoryItem</a:t>
            </a:r>
            <a:r>
              <a:rPr lang="en-US" altLang="zh-CN" dirty="0">
                <a:latin typeface="Consolas" panose="020B0609020204030204" pitchFamily="49" charset="0"/>
              </a:rPr>
              <a:t>) -&gt; None: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self._items</a:t>
            </a:r>
            <a:r>
              <a:rPr lang="en-US" altLang="zh-CN" dirty="0">
                <a:latin typeface="Consolas" panose="020B0609020204030204" pitchFamily="49" charset="0"/>
              </a:rPr>
              <a:t>[memory.id] = memory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self._vectors</a:t>
            </a:r>
            <a:r>
              <a:rPr lang="en-US" altLang="zh-CN" dirty="0">
                <a:latin typeface="Consolas" panose="020B0609020204030204" pitchFamily="49" charset="0"/>
              </a:rPr>
              <a:t>[memory.id] = </a:t>
            </a:r>
            <a:r>
              <a:rPr lang="en-US" altLang="zh-CN" dirty="0" err="1">
                <a:latin typeface="Consolas" panose="020B0609020204030204" pitchFamily="49" charset="0"/>
              </a:rPr>
              <a:t>self.embed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latin typeface="Consolas" panose="020B0609020204030204" pitchFamily="49" charset="0"/>
              </a:rPr>
              <a:t>memory.content</a:t>
            </a:r>
            <a:r>
              <a:rPr lang="en-US" altLang="zh-CN" dirty="0">
                <a:latin typeface="Consolas" panose="020B0609020204030204" pitchFamily="49" charset="0"/>
              </a:rPr>
              <a:t>)  # embedding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self._save</a:t>
            </a:r>
            <a:r>
              <a:rPr lang="en-US" altLang="zh-CN" dirty="0">
                <a:latin typeface="Consolas" panose="020B0609020204030204" pitchFamily="49" charset="0"/>
              </a:rPr>
              <a:t>()  # </a:t>
            </a:r>
            <a:r>
              <a:rPr lang="zh-CN" altLang="en-US" dirty="0">
                <a:latin typeface="Consolas" panose="020B0609020204030204" pitchFamily="49" charset="0"/>
              </a:rPr>
              <a:t>持久化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00590" y="3689396"/>
            <a:ext cx="566693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Consolas" panose="020B0609020204030204" pitchFamily="49" charset="0"/>
              </a:rPr>
              <a:t>对比工作记忆的写入：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def add(self, memory: </a:t>
            </a:r>
            <a:r>
              <a:rPr lang="en-US" altLang="zh-CN" dirty="0" err="1">
                <a:latin typeface="Consolas" panose="020B0609020204030204" pitchFamily="49" charset="0"/>
              </a:rPr>
              <a:t>MemoryItem</a:t>
            </a:r>
            <a:r>
              <a:rPr lang="en-US" altLang="zh-CN" dirty="0">
                <a:latin typeface="Consolas" panose="020B0609020204030204" pitchFamily="49" charset="0"/>
              </a:rPr>
              <a:t>) -&gt; None: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# 1) </a:t>
            </a:r>
            <a:r>
              <a:rPr lang="zh-CN" altLang="en-US" dirty="0">
                <a:latin typeface="Consolas" panose="020B0609020204030204" pitchFamily="49" charset="0"/>
              </a:rPr>
              <a:t>写入当前记忆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self._items</a:t>
            </a:r>
            <a:r>
              <a:rPr lang="en-US" altLang="zh-CN" dirty="0">
                <a:latin typeface="Consolas" panose="020B0609020204030204" pitchFamily="49" charset="0"/>
              </a:rPr>
              <a:t>[memory.id] = memory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# 2) </a:t>
            </a:r>
            <a:r>
              <a:rPr lang="zh-CN" altLang="en-US" dirty="0">
                <a:latin typeface="Consolas" panose="020B0609020204030204" pitchFamily="49" charset="0"/>
              </a:rPr>
              <a:t>清理过期记忆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self.cleanup_expired</a:t>
            </a:r>
            <a:r>
              <a:rPr lang="en-US" altLang="zh-CN" dirty="0">
                <a:latin typeface="Consolas" panose="020B0609020204030204" pitchFamily="49" charset="0"/>
              </a:rPr>
              <a:t>()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# 3) </a:t>
            </a:r>
            <a:r>
              <a:rPr lang="zh-CN" altLang="en-US" dirty="0">
                <a:latin typeface="Consolas" panose="020B0609020204030204" pitchFamily="49" charset="0"/>
              </a:rPr>
              <a:t>控制容量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 </a:t>
            </a:r>
            <a:r>
              <a:rPr lang="en-US" altLang="zh-CN" dirty="0">
                <a:latin typeface="Consolas" panose="020B0609020204030204" pitchFamily="49" charset="0"/>
              </a:rPr>
              <a:t>self._</a:t>
            </a:r>
            <a:r>
              <a:rPr lang="en-US" altLang="zh-CN" dirty="0" err="1">
                <a:latin typeface="Consolas" panose="020B0609020204030204" pitchFamily="49" charset="0"/>
              </a:rPr>
              <a:t>enforce_capacity</a:t>
            </a:r>
            <a:r>
              <a:rPr lang="en-US" altLang="zh-CN" dirty="0">
                <a:latin typeface="Consolas" panose="020B0609020204030204" pitchFamily="49" charset="0"/>
              </a:rPr>
              <a:t>()</a:t>
            </a:r>
            <a:endParaRPr lang="en-US" altLang="zh-CN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2"/>
          <p:cNvSpPr>
            <a:spLocks noGrp="1"/>
          </p:cNvSpPr>
          <p:nvPr>
            <p:ph type="title"/>
          </p:nvPr>
        </p:nvSpPr>
        <p:spPr>
          <a:xfrm>
            <a:off x="1200590" y="370895"/>
            <a:ext cx="7744864" cy="624416"/>
          </a:xfrm>
        </p:spPr>
        <p:txBody>
          <a:bodyPr>
            <a:noAutofit/>
          </a:bodyPr>
          <a:lstStyle/>
          <a:p>
            <a:r>
              <a:rPr lang="zh-CN" altLang="en-US" b="1" dirty="0"/>
              <a:t>案例演示</a:t>
            </a:r>
            <a:endParaRPr lang="en-US" altLang="zh-CN" b="1" dirty="0"/>
          </a:p>
        </p:txBody>
      </p:sp>
      <p:sp>
        <p:nvSpPr>
          <p:cNvPr id="5" name="矩形 4"/>
          <p:cNvSpPr/>
          <p:nvPr/>
        </p:nvSpPr>
        <p:spPr>
          <a:xfrm>
            <a:off x="903388" y="1298608"/>
            <a:ext cx="10531231" cy="597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prstClr val="black"/>
                </a:solidFill>
              </a:rPr>
              <a:t>情景记忆（需要持久化、向量化）</a:t>
            </a:r>
            <a:endParaRPr lang="en-US" altLang="zh-CN" sz="2800" dirty="0">
              <a:solidFill>
                <a:prstClr val="black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00590" y="2085922"/>
            <a:ext cx="1040086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def query(self, </a:t>
            </a:r>
            <a:r>
              <a:rPr lang="en-US" altLang="zh-CN" dirty="0" err="1">
                <a:latin typeface="Consolas" panose="020B0609020204030204" pitchFamily="49" charset="0"/>
              </a:rPr>
              <a:t>query_text</a:t>
            </a:r>
            <a:r>
              <a:rPr lang="en-US" altLang="zh-CN" dirty="0">
                <a:latin typeface="Consolas" panose="020B0609020204030204" pitchFamily="49" charset="0"/>
              </a:rPr>
              <a:t>: str, </a:t>
            </a:r>
            <a:r>
              <a:rPr lang="en-US" altLang="zh-CN" dirty="0" err="1">
                <a:latin typeface="Consolas" panose="020B0609020204030204" pitchFamily="49" charset="0"/>
              </a:rPr>
              <a:t>top_k</a:t>
            </a:r>
            <a:r>
              <a:rPr lang="en-US" altLang="zh-CN" dirty="0">
                <a:latin typeface="Consolas" panose="020B0609020204030204" pitchFamily="49" charset="0"/>
              </a:rPr>
              <a:t>: int = 5, tags: list[str] | None = None):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# </a:t>
            </a:r>
            <a:r>
              <a:rPr lang="zh-CN" altLang="en-US" dirty="0">
                <a:latin typeface="Consolas" panose="020B0609020204030204" pitchFamily="49" charset="0"/>
              </a:rPr>
              <a:t>计算 </a:t>
            </a:r>
            <a:r>
              <a:rPr lang="en-US" altLang="zh-CN" dirty="0" err="1">
                <a:latin typeface="Consolas" panose="020B0609020204030204" pitchFamily="49" charset="0"/>
              </a:rPr>
              <a:t>query_vec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for mem in self._</a:t>
            </a:r>
            <a:r>
              <a:rPr lang="en-US" altLang="zh-CN" dirty="0" err="1">
                <a:latin typeface="Consolas" panose="020B0609020204030204" pitchFamily="49" charset="0"/>
              </a:rPr>
              <a:t>items.values</a:t>
            </a:r>
            <a:r>
              <a:rPr lang="en-US" altLang="zh-CN" dirty="0">
                <a:latin typeface="Consolas" panose="020B0609020204030204" pitchFamily="49" charset="0"/>
              </a:rPr>
              <a:t>():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rel</a:t>
            </a:r>
            <a:r>
              <a:rPr lang="en-US" altLang="zh-CN" dirty="0">
                <a:latin typeface="Consolas" panose="020B0609020204030204" pitchFamily="49" charset="0"/>
              </a:rPr>
              <a:t> = </a:t>
            </a:r>
            <a:r>
              <a:rPr lang="en-US" altLang="zh-CN" dirty="0" err="1">
                <a:latin typeface="Consolas" panose="020B0609020204030204" pitchFamily="49" charset="0"/>
              </a:rPr>
              <a:t>cosine_similarity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latin typeface="Consolas" panose="020B0609020204030204" pitchFamily="49" charset="0"/>
              </a:rPr>
              <a:t>query_vec</a:t>
            </a:r>
            <a:r>
              <a:rPr lang="en-US" altLang="zh-CN" dirty="0">
                <a:latin typeface="Consolas" panose="020B0609020204030204" pitchFamily="49" charset="0"/>
              </a:rPr>
              <a:t>, self._</a:t>
            </a:r>
            <a:r>
              <a:rPr lang="en-US" altLang="zh-CN" dirty="0" err="1">
                <a:latin typeface="Consolas" panose="020B0609020204030204" pitchFamily="49" charset="0"/>
              </a:rPr>
              <a:t>vectors.get</a:t>
            </a:r>
            <a:r>
              <a:rPr lang="en-US" altLang="zh-CN" dirty="0">
                <a:latin typeface="Consolas" panose="020B0609020204030204" pitchFamily="49" charset="0"/>
              </a:rPr>
              <a:t>(mem.id, []))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rec = </a:t>
            </a:r>
            <a:r>
              <a:rPr lang="en-US" altLang="zh-CN" dirty="0" err="1">
                <a:latin typeface="Consolas" panose="020B0609020204030204" pitchFamily="49" charset="0"/>
              </a:rPr>
              <a:t>recency_score</a:t>
            </a:r>
            <a:r>
              <a:rPr lang="en-US" altLang="zh-CN" dirty="0">
                <a:latin typeface="Consolas" panose="020B0609020204030204" pitchFamily="49" charset="0"/>
              </a:rPr>
              <a:t>(now, </a:t>
            </a:r>
            <a:r>
              <a:rPr lang="en-US" altLang="zh-CN" dirty="0" err="1">
                <a:latin typeface="Consolas" panose="020B0609020204030204" pitchFamily="49" charset="0"/>
              </a:rPr>
              <a:t>mem.timestamp</a:t>
            </a:r>
            <a:r>
              <a:rPr lang="en-US" altLang="zh-CN" dirty="0">
                <a:latin typeface="Consolas" panose="020B0609020204030204" pitchFamily="49" charset="0"/>
              </a:rPr>
              <a:t>, </a:t>
            </a:r>
            <a:r>
              <a:rPr lang="en-US" altLang="zh-CN" dirty="0" err="1">
                <a:latin typeface="Consolas" panose="020B0609020204030204" pitchFamily="49" charset="0"/>
              </a:rPr>
              <a:t>half_life_seconds</a:t>
            </a:r>
            <a:r>
              <a:rPr lang="en-US" altLang="zh-CN" dirty="0">
                <a:latin typeface="Consolas" panose="020B0609020204030204" pitchFamily="49" charset="0"/>
              </a:rPr>
              <a:t>=7 * 24 * 3600)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imp = </a:t>
            </a:r>
            <a:r>
              <a:rPr lang="en-US" altLang="zh-CN" dirty="0" err="1">
                <a:latin typeface="Consolas" panose="020B0609020204030204" pitchFamily="49" charset="0"/>
              </a:rPr>
              <a:t>normalize_importance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latin typeface="Consolas" panose="020B0609020204030204" pitchFamily="49" charset="0"/>
              </a:rPr>
              <a:t>mem.importance</a:t>
            </a:r>
            <a:r>
              <a:rPr lang="en-US" altLang="zh-CN" dirty="0">
                <a:latin typeface="Consolas" panose="020B0609020204030204" pitchFamily="49" charset="0"/>
              </a:rPr>
              <a:t>)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total = 0.5 * </a:t>
            </a:r>
            <a:r>
              <a:rPr lang="en-US" altLang="zh-CN" dirty="0" err="1">
                <a:latin typeface="Consolas" panose="020B0609020204030204" pitchFamily="49" charset="0"/>
              </a:rPr>
              <a:t>rel</a:t>
            </a:r>
            <a:r>
              <a:rPr lang="en-US" altLang="zh-CN" dirty="0">
                <a:latin typeface="Consolas" panose="020B0609020204030204" pitchFamily="49" charset="0"/>
              </a:rPr>
              <a:t> + 0.3 * rec + 0.2 * imp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对比工作记忆的比例：</a:t>
            </a:r>
            <a:r>
              <a:rPr lang="en-US" altLang="zh-CN" dirty="0">
                <a:latin typeface="Consolas" panose="020B0609020204030204" pitchFamily="49" charset="0"/>
              </a:rPr>
              <a:t>total = 0.5 * </a:t>
            </a:r>
            <a:r>
              <a:rPr lang="en-US" altLang="zh-CN" dirty="0" err="1">
                <a:latin typeface="Consolas" panose="020B0609020204030204" pitchFamily="49" charset="0"/>
              </a:rPr>
              <a:t>rel</a:t>
            </a:r>
            <a:r>
              <a:rPr lang="en-US" altLang="zh-CN" dirty="0">
                <a:latin typeface="Consolas" panose="020B0609020204030204" pitchFamily="49" charset="0"/>
              </a:rPr>
              <a:t> + 0.35 * rec + 0.15 * imp  # </a:t>
            </a:r>
            <a:r>
              <a:rPr lang="zh-CN" altLang="en-US" dirty="0">
                <a:latin typeface="Consolas" panose="020B0609020204030204" pitchFamily="49" charset="0"/>
              </a:rPr>
              <a:t>总分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工作记忆的近期性占比更高，表明工作记忆的特性。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2"/>
          <p:cNvSpPr>
            <a:spLocks noGrp="1"/>
          </p:cNvSpPr>
          <p:nvPr>
            <p:ph type="title"/>
          </p:nvPr>
        </p:nvSpPr>
        <p:spPr>
          <a:xfrm>
            <a:off x="1200590" y="370895"/>
            <a:ext cx="7744864" cy="624416"/>
          </a:xfrm>
        </p:spPr>
        <p:txBody>
          <a:bodyPr>
            <a:noAutofit/>
          </a:bodyPr>
          <a:lstStyle/>
          <a:p>
            <a:r>
              <a:rPr lang="zh-CN" altLang="en-US" b="1" dirty="0"/>
              <a:t>案例演示</a:t>
            </a:r>
            <a:endParaRPr lang="en-US" altLang="zh-CN" b="1" dirty="0"/>
          </a:p>
        </p:txBody>
      </p:sp>
      <p:sp>
        <p:nvSpPr>
          <p:cNvPr id="5" name="矩形 4"/>
          <p:cNvSpPr/>
          <p:nvPr/>
        </p:nvSpPr>
        <p:spPr>
          <a:xfrm>
            <a:off x="903388" y="1298608"/>
            <a:ext cx="10531231" cy="597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prstClr val="black"/>
                </a:solidFill>
              </a:rPr>
              <a:t>RAG </a:t>
            </a:r>
            <a:r>
              <a:rPr lang="zh-CN" altLang="en-US" sz="2800" dirty="0">
                <a:solidFill>
                  <a:prstClr val="black"/>
                </a:solidFill>
              </a:rPr>
              <a:t>文档分块</a:t>
            </a:r>
            <a:endParaRPr lang="en-US" altLang="zh-CN" sz="2800" dirty="0">
              <a:solidFill>
                <a:prstClr val="black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00590" y="2085922"/>
            <a:ext cx="104008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def _</a:t>
            </a:r>
            <a:r>
              <a:rPr lang="en-US" altLang="zh-CN" dirty="0" err="1">
                <a:latin typeface="Consolas" panose="020B0609020204030204" pitchFamily="49" charset="0"/>
              </a:rPr>
              <a:t>split_text</a:t>
            </a:r>
            <a:r>
              <a:rPr lang="en-US" altLang="zh-CN" dirty="0">
                <a:latin typeface="Consolas" panose="020B0609020204030204" pitchFamily="49" charset="0"/>
              </a:rPr>
              <a:t>(self, text: str) -&gt; list[str]: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# </a:t>
            </a:r>
            <a:r>
              <a:rPr lang="zh-CN" altLang="en-US" dirty="0">
                <a:latin typeface="Consolas" panose="020B0609020204030204" pitchFamily="49" charset="0"/>
              </a:rPr>
              <a:t>按段落（</a:t>
            </a:r>
            <a:r>
              <a:rPr lang="en-US" altLang="zh-CN" dirty="0">
                <a:latin typeface="Consolas" panose="020B0609020204030204" pitchFamily="49" charset="0"/>
              </a:rPr>
              <a:t>"\n\n"</a:t>
            </a:r>
            <a:r>
              <a:rPr lang="zh-CN" altLang="en-US" dirty="0">
                <a:latin typeface="Consolas" panose="020B0609020204030204" pitchFamily="49" charset="0"/>
              </a:rPr>
              <a:t>）切分文档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raw_parts</a:t>
            </a:r>
            <a:r>
              <a:rPr lang="en-US" altLang="zh-CN" dirty="0">
                <a:latin typeface="Consolas" panose="020B0609020204030204" pitchFamily="49" charset="0"/>
              </a:rPr>
              <a:t> = [</a:t>
            </a:r>
            <a:r>
              <a:rPr lang="en-US" altLang="zh-CN" dirty="0" err="1">
                <a:latin typeface="Consolas" panose="020B0609020204030204" pitchFamily="49" charset="0"/>
              </a:rPr>
              <a:t>p.strip</a:t>
            </a:r>
            <a:r>
              <a:rPr lang="en-US" altLang="zh-CN" dirty="0">
                <a:latin typeface="Consolas" panose="020B0609020204030204" pitchFamily="49" charset="0"/>
              </a:rPr>
              <a:t>() for p in </a:t>
            </a:r>
            <a:r>
              <a:rPr lang="en-US" altLang="zh-CN" dirty="0" err="1">
                <a:latin typeface="Consolas" panose="020B0609020204030204" pitchFamily="49" charset="0"/>
              </a:rPr>
              <a:t>text.split</a:t>
            </a:r>
            <a:r>
              <a:rPr lang="en-US" altLang="zh-CN" dirty="0">
                <a:latin typeface="Consolas" panose="020B0609020204030204" pitchFamily="49" charset="0"/>
              </a:rPr>
              <a:t>("\n\n") if </a:t>
            </a:r>
            <a:r>
              <a:rPr lang="en-US" altLang="zh-CN" dirty="0" err="1">
                <a:latin typeface="Consolas" panose="020B0609020204030204" pitchFamily="49" charset="0"/>
              </a:rPr>
              <a:t>p.strip</a:t>
            </a:r>
            <a:r>
              <a:rPr lang="en-US" altLang="zh-CN" dirty="0">
                <a:latin typeface="Consolas" panose="020B0609020204030204" pitchFamily="49" charset="0"/>
              </a:rPr>
              <a:t>()]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chunks: list[str] = []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current = ""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# </a:t>
            </a:r>
            <a:r>
              <a:rPr lang="zh-CN" altLang="en-US" dirty="0">
                <a:latin typeface="Consolas" panose="020B0609020204030204" pitchFamily="49" charset="0"/>
              </a:rPr>
              <a:t>文本分块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 </a:t>
            </a:r>
            <a:endParaRPr lang="en-US" altLang="zh-CN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2"/>
          <p:cNvSpPr>
            <a:spLocks noGrp="1"/>
          </p:cNvSpPr>
          <p:nvPr>
            <p:ph type="title"/>
          </p:nvPr>
        </p:nvSpPr>
        <p:spPr>
          <a:xfrm>
            <a:off x="1200590" y="370895"/>
            <a:ext cx="7744864" cy="624416"/>
          </a:xfrm>
        </p:spPr>
        <p:txBody>
          <a:bodyPr>
            <a:noAutofit/>
          </a:bodyPr>
          <a:lstStyle/>
          <a:p>
            <a:r>
              <a:rPr lang="zh-CN" altLang="en-US" b="1" dirty="0"/>
              <a:t>案例演示</a:t>
            </a:r>
            <a:endParaRPr lang="en-US" altLang="zh-CN" b="1" dirty="0"/>
          </a:p>
        </p:txBody>
      </p:sp>
      <p:sp>
        <p:nvSpPr>
          <p:cNvPr id="5" name="矩形 4"/>
          <p:cNvSpPr/>
          <p:nvPr/>
        </p:nvSpPr>
        <p:spPr>
          <a:xfrm>
            <a:off x="903388" y="1298608"/>
            <a:ext cx="10531231" cy="597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prstClr val="black"/>
                </a:solidFill>
              </a:rPr>
              <a:t>RAG </a:t>
            </a:r>
            <a:r>
              <a:rPr lang="zh-CN" altLang="en-US" sz="2800" dirty="0">
                <a:solidFill>
                  <a:prstClr val="black"/>
                </a:solidFill>
              </a:rPr>
              <a:t>文档分块</a:t>
            </a:r>
            <a:endParaRPr lang="en-US" altLang="zh-CN" sz="2800" dirty="0">
              <a:solidFill>
                <a:prstClr val="black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00590" y="2085922"/>
            <a:ext cx="1040086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def _</a:t>
            </a:r>
            <a:r>
              <a:rPr lang="en-US" altLang="zh-CN" dirty="0" err="1">
                <a:latin typeface="Consolas" panose="020B0609020204030204" pitchFamily="49" charset="0"/>
              </a:rPr>
              <a:t>split_text</a:t>
            </a:r>
            <a:r>
              <a:rPr lang="en-US" altLang="zh-CN" dirty="0">
                <a:latin typeface="Consolas" panose="020B0609020204030204" pitchFamily="49" charset="0"/>
              </a:rPr>
              <a:t>(self, text: str) -&gt; list[str]: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# </a:t>
            </a:r>
            <a:r>
              <a:rPr lang="zh-CN" altLang="en-US" dirty="0">
                <a:latin typeface="Consolas" panose="020B0609020204030204" pitchFamily="49" charset="0"/>
              </a:rPr>
              <a:t>文本分块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    </a:t>
            </a:r>
            <a:r>
              <a:rPr lang="en-US" altLang="zh-CN" dirty="0">
                <a:latin typeface="Consolas" panose="020B0609020204030204" pitchFamily="49" charset="0"/>
              </a:rPr>
              <a:t>for part in </a:t>
            </a:r>
            <a:r>
              <a:rPr lang="en-US" altLang="zh-CN" dirty="0" err="1">
                <a:latin typeface="Consolas" panose="020B0609020204030204" pitchFamily="49" charset="0"/>
              </a:rPr>
              <a:t>raw_parts</a:t>
            </a:r>
            <a:r>
              <a:rPr lang="en-US" altLang="zh-CN" dirty="0">
                <a:latin typeface="Consolas" panose="020B0609020204030204" pitchFamily="49" charset="0"/>
              </a:rPr>
              <a:t>: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   # </a:t>
            </a:r>
            <a:r>
              <a:rPr lang="zh-CN" altLang="en-US" dirty="0">
                <a:latin typeface="Consolas" panose="020B0609020204030204" pitchFamily="49" charset="0"/>
              </a:rPr>
              <a:t>如果当前块还能装下段落就装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if </a:t>
            </a:r>
            <a:r>
              <a:rPr lang="en-US" altLang="zh-CN" dirty="0" err="1">
                <a:latin typeface="Consolas" panose="020B0609020204030204" pitchFamily="49" charset="0"/>
              </a:rPr>
              <a:t>len</a:t>
            </a:r>
            <a:r>
              <a:rPr lang="en-US" altLang="zh-CN" dirty="0">
                <a:latin typeface="Consolas" panose="020B0609020204030204" pitchFamily="49" charset="0"/>
              </a:rPr>
              <a:t>(current) + </a:t>
            </a:r>
            <a:r>
              <a:rPr lang="en-US" altLang="zh-CN" dirty="0" err="1">
                <a:latin typeface="Consolas" panose="020B0609020204030204" pitchFamily="49" charset="0"/>
              </a:rPr>
              <a:t>len</a:t>
            </a:r>
            <a:r>
              <a:rPr lang="en-US" altLang="zh-CN" dirty="0">
                <a:latin typeface="Consolas" panose="020B0609020204030204" pitchFamily="49" charset="0"/>
              </a:rPr>
              <a:t>(part) + 2 &lt;= </a:t>
            </a:r>
            <a:r>
              <a:rPr lang="en-US" altLang="zh-CN" dirty="0" err="1">
                <a:latin typeface="Consolas" panose="020B0609020204030204" pitchFamily="49" charset="0"/>
              </a:rPr>
              <a:t>self.chunk_size</a:t>
            </a:r>
            <a:r>
              <a:rPr lang="en-US" altLang="zh-CN" dirty="0">
                <a:latin typeface="Consolas" panose="020B0609020204030204" pitchFamily="49" charset="0"/>
              </a:rPr>
              <a:t>: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    current = f"{current}\n\n{part}".strip()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# </a:t>
            </a:r>
            <a:r>
              <a:rPr lang="zh-CN" altLang="en-US" dirty="0">
                <a:latin typeface="Consolas" panose="020B0609020204030204" pitchFamily="49" charset="0"/>
              </a:rPr>
              <a:t>不然就存储上一个块并创建一个新块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else: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    if current: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	</a:t>
            </a:r>
            <a:r>
              <a:rPr lang="en-US" altLang="zh-CN" dirty="0" err="1">
                <a:latin typeface="Consolas" panose="020B0609020204030204" pitchFamily="49" charset="0"/>
              </a:rPr>
              <a:t>chunks.append</a:t>
            </a:r>
            <a:r>
              <a:rPr lang="en-US" altLang="zh-CN" dirty="0">
                <a:latin typeface="Consolas" panose="020B0609020204030204" pitchFamily="49" charset="0"/>
              </a:rPr>
              <a:t>(current)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       if </a:t>
            </a:r>
            <a:r>
              <a:rPr lang="en-US" altLang="zh-CN" dirty="0" err="1">
                <a:latin typeface="Consolas" panose="020B0609020204030204" pitchFamily="49" charset="0"/>
              </a:rPr>
              <a:t>len</a:t>
            </a:r>
            <a:r>
              <a:rPr lang="en-US" altLang="zh-CN" dirty="0">
                <a:latin typeface="Consolas" panose="020B0609020204030204" pitchFamily="49" charset="0"/>
              </a:rPr>
              <a:t>(part) &lt;= </a:t>
            </a:r>
            <a:r>
              <a:rPr lang="en-US" altLang="zh-CN" dirty="0" err="1">
                <a:latin typeface="Consolas" panose="020B0609020204030204" pitchFamily="49" charset="0"/>
              </a:rPr>
              <a:t>self.chunk_size</a:t>
            </a:r>
            <a:r>
              <a:rPr lang="en-US" altLang="zh-CN" dirty="0">
                <a:latin typeface="Consolas" panose="020B0609020204030204" pitchFamily="49" charset="0"/>
              </a:rPr>
              <a:t>: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	current = part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    else: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           # </a:t>
            </a:r>
            <a:r>
              <a:rPr lang="zh-CN" altLang="en-US" dirty="0">
                <a:latin typeface="Consolas" panose="020B0609020204030204" pitchFamily="49" charset="0"/>
              </a:rPr>
              <a:t>一</a:t>
            </a:r>
            <a:r>
              <a:rPr lang="zh-CN" altLang="en-US">
                <a:latin typeface="Consolas" panose="020B0609020204030204" pitchFamily="49" charset="0"/>
              </a:rPr>
              <a:t>个段落切多</a:t>
            </a:r>
            <a:r>
              <a:rPr lang="zh-CN" altLang="en-US" dirty="0">
                <a:latin typeface="Consolas" panose="020B0609020204030204" pitchFamily="49" charset="0"/>
              </a:rPr>
              <a:t>块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	for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 in range(0, </a:t>
            </a:r>
            <a:r>
              <a:rPr lang="en-US" altLang="zh-CN" dirty="0" err="1">
                <a:latin typeface="Consolas" panose="020B0609020204030204" pitchFamily="49" charset="0"/>
              </a:rPr>
              <a:t>len</a:t>
            </a:r>
            <a:r>
              <a:rPr lang="en-US" altLang="zh-CN" dirty="0">
                <a:latin typeface="Consolas" panose="020B0609020204030204" pitchFamily="49" charset="0"/>
              </a:rPr>
              <a:t>(part), </a:t>
            </a:r>
            <a:r>
              <a:rPr lang="en-US" altLang="zh-CN" dirty="0" err="1">
                <a:latin typeface="Consolas" panose="020B0609020204030204" pitchFamily="49" charset="0"/>
              </a:rPr>
              <a:t>self.chunk_size</a:t>
            </a:r>
            <a:r>
              <a:rPr lang="en-US" altLang="zh-CN" dirty="0">
                <a:latin typeface="Consolas" panose="020B0609020204030204" pitchFamily="49" charset="0"/>
              </a:rPr>
              <a:t>):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	    </a:t>
            </a:r>
            <a:r>
              <a:rPr lang="en-US" altLang="zh-CN" dirty="0" err="1">
                <a:latin typeface="Consolas" panose="020B0609020204030204" pitchFamily="49" charset="0"/>
              </a:rPr>
              <a:t>chunks.append</a:t>
            </a:r>
            <a:r>
              <a:rPr lang="en-US" altLang="zh-CN" dirty="0">
                <a:latin typeface="Consolas" panose="020B0609020204030204" pitchFamily="49" charset="0"/>
              </a:rPr>
              <a:t>(part[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 :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 + </a:t>
            </a:r>
            <a:r>
              <a:rPr lang="en-US" altLang="zh-CN" dirty="0" err="1">
                <a:latin typeface="Consolas" panose="020B0609020204030204" pitchFamily="49" charset="0"/>
              </a:rPr>
              <a:t>self.chunk_size</a:t>
            </a:r>
            <a:r>
              <a:rPr lang="en-US" altLang="zh-CN" dirty="0">
                <a:latin typeface="Consolas" panose="020B0609020204030204" pitchFamily="49" charset="0"/>
              </a:rPr>
              <a:t>])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	current = ""</a:t>
            </a:r>
            <a:endParaRPr lang="en-US" altLang="zh-CN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2"/>
          <p:cNvSpPr>
            <a:spLocks noGrp="1"/>
          </p:cNvSpPr>
          <p:nvPr>
            <p:ph type="title"/>
          </p:nvPr>
        </p:nvSpPr>
        <p:spPr>
          <a:xfrm>
            <a:off x="1200590" y="370895"/>
            <a:ext cx="7744864" cy="624416"/>
          </a:xfrm>
        </p:spPr>
        <p:txBody>
          <a:bodyPr>
            <a:noAutofit/>
          </a:bodyPr>
          <a:lstStyle/>
          <a:p>
            <a:r>
              <a:rPr lang="zh-CN" altLang="en-US" b="1" dirty="0"/>
              <a:t>案例演示</a:t>
            </a:r>
            <a:endParaRPr lang="en-US" altLang="zh-CN" b="1" dirty="0"/>
          </a:p>
        </p:txBody>
      </p:sp>
      <p:sp>
        <p:nvSpPr>
          <p:cNvPr id="5" name="矩形 4"/>
          <p:cNvSpPr/>
          <p:nvPr/>
        </p:nvSpPr>
        <p:spPr>
          <a:xfrm>
            <a:off x="903388" y="1298608"/>
            <a:ext cx="10531231" cy="597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prstClr val="black"/>
                </a:solidFill>
              </a:rPr>
              <a:t>RAG </a:t>
            </a:r>
            <a:r>
              <a:rPr lang="zh-CN" altLang="en-US" sz="2800" dirty="0">
                <a:solidFill>
                  <a:prstClr val="black"/>
                </a:solidFill>
              </a:rPr>
              <a:t>文档分块</a:t>
            </a:r>
            <a:endParaRPr lang="en-US" altLang="zh-CN" sz="2800" dirty="0">
              <a:solidFill>
                <a:prstClr val="black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00590" y="2085922"/>
            <a:ext cx="104008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def _</a:t>
            </a:r>
            <a:r>
              <a:rPr lang="en-US" altLang="zh-CN" dirty="0" err="1">
                <a:latin typeface="Consolas" panose="020B0609020204030204" pitchFamily="49" charset="0"/>
              </a:rPr>
              <a:t>split_text</a:t>
            </a:r>
            <a:r>
              <a:rPr lang="en-US" altLang="zh-CN" dirty="0">
                <a:latin typeface="Consolas" panose="020B0609020204030204" pitchFamily="49" charset="0"/>
              </a:rPr>
              <a:t>(self, text: str) -&gt; list[str]: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# </a:t>
            </a:r>
            <a:r>
              <a:rPr lang="zh-CN" altLang="en-US" dirty="0">
                <a:latin typeface="Consolas" panose="020B0609020204030204" pitchFamily="49" charset="0"/>
              </a:rPr>
              <a:t>收尾操作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if current: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chunks.append</a:t>
            </a:r>
            <a:r>
              <a:rPr lang="en-US" altLang="zh-CN" dirty="0">
                <a:latin typeface="Consolas" panose="020B0609020204030204" pitchFamily="49" charset="0"/>
              </a:rPr>
              <a:t>(current)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return chunks</a:t>
            </a:r>
            <a:endParaRPr lang="en-US" altLang="zh-CN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2"/>
          <p:cNvSpPr>
            <a:spLocks noGrp="1"/>
          </p:cNvSpPr>
          <p:nvPr>
            <p:ph type="title"/>
          </p:nvPr>
        </p:nvSpPr>
        <p:spPr>
          <a:xfrm>
            <a:off x="1200590" y="370895"/>
            <a:ext cx="7744864" cy="624416"/>
          </a:xfrm>
        </p:spPr>
        <p:txBody>
          <a:bodyPr>
            <a:noAutofit/>
          </a:bodyPr>
          <a:lstStyle/>
          <a:p>
            <a:r>
              <a:rPr lang="zh-CN" altLang="en-US" b="1" dirty="0"/>
              <a:t>总结</a:t>
            </a:r>
            <a:endParaRPr lang="en-US" altLang="zh-CN" b="1" dirty="0"/>
          </a:p>
        </p:txBody>
      </p:sp>
      <p:sp>
        <p:nvSpPr>
          <p:cNvPr id="5" name="矩形 4"/>
          <p:cNvSpPr/>
          <p:nvPr/>
        </p:nvSpPr>
        <p:spPr>
          <a:xfrm>
            <a:off x="903388" y="1298608"/>
            <a:ext cx="10531231" cy="2837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prstClr val="black"/>
                </a:solidFill>
              </a:rPr>
              <a:t>到这里大家应该已经基本了解记忆系统和</a:t>
            </a:r>
            <a:r>
              <a:rPr lang="en-US" altLang="zh-CN" sz="2800" dirty="0">
                <a:solidFill>
                  <a:prstClr val="black"/>
                </a:solidFill>
              </a:rPr>
              <a:t>RAG</a:t>
            </a:r>
            <a:r>
              <a:rPr lang="zh-CN" altLang="en-US" sz="2800" dirty="0">
                <a:solidFill>
                  <a:prstClr val="black"/>
                </a:solidFill>
              </a:rPr>
              <a:t>的概念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marL="342900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prstClr val="black"/>
                </a:solidFill>
              </a:rPr>
              <a:t>记忆系统和</a:t>
            </a:r>
            <a:r>
              <a:rPr lang="en-US" altLang="zh-CN" sz="2800" dirty="0">
                <a:solidFill>
                  <a:prstClr val="black"/>
                </a:solidFill>
              </a:rPr>
              <a:t>RAG</a:t>
            </a:r>
            <a:r>
              <a:rPr lang="zh-CN" altLang="en-US" sz="2800" dirty="0">
                <a:solidFill>
                  <a:prstClr val="black"/>
                </a:solidFill>
              </a:rPr>
              <a:t>都能扩展</a:t>
            </a:r>
            <a:r>
              <a:rPr lang="en-US" altLang="zh-CN" sz="2800" dirty="0">
                <a:solidFill>
                  <a:prstClr val="black"/>
                </a:solidFill>
              </a:rPr>
              <a:t>Agent</a:t>
            </a:r>
            <a:r>
              <a:rPr lang="zh-CN" altLang="en-US" sz="2800" dirty="0">
                <a:solidFill>
                  <a:prstClr val="black"/>
                </a:solidFill>
              </a:rPr>
              <a:t>的能力，也可以作为工具提供给</a:t>
            </a:r>
            <a:r>
              <a:rPr lang="en-US" altLang="zh-CN" sz="2800" dirty="0">
                <a:solidFill>
                  <a:prstClr val="black"/>
                </a:solidFill>
              </a:rPr>
              <a:t>Agent</a:t>
            </a:r>
            <a:r>
              <a:rPr lang="zh-CN" altLang="en-US" sz="2800" dirty="0">
                <a:solidFill>
                  <a:prstClr val="black"/>
                </a:solidFill>
              </a:rPr>
              <a:t>使用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marL="342900" indent="-342900" defTabSz="1219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prstClr val="black"/>
                </a:solidFill>
              </a:rPr>
              <a:t>课后作业为大家准备了详细的指导，相信大家动手之后能更加</a:t>
            </a:r>
            <a:br>
              <a:rPr lang="en-US" altLang="zh-CN" sz="2800" dirty="0">
                <a:solidFill>
                  <a:prstClr val="black"/>
                </a:solidFill>
              </a:rPr>
            </a:br>
            <a:r>
              <a:rPr lang="zh-CN" altLang="en-US" sz="2800" dirty="0">
                <a:solidFill>
                  <a:prstClr val="black"/>
                </a:solidFill>
              </a:rPr>
              <a:t>理解课上讲述的概念</a:t>
            </a:r>
            <a:endParaRPr lang="en-US" altLang="zh-CN" sz="2800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高级检索策略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RAG </a:t>
            </a:r>
            <a:r>
              <a:rPr lang="zh-CN" altLang="en-US" sz="2800" dirty="0"/>
              <a:t>系统的检索能力是其核心竞争力</a:t>
            </a:r>
            <a:endParaRPr lang="en-US" altLang="zh-CN" sz="2800" dirty="0"/>
          </a:p>
          <a:p>
            <a:r>
              <a:rPr lang="zh-CN" altLang="en-US" sz="2800" dirty="0"/>
              <a:t>在实际应用中，用户查询表述与文档内容常存在用词差异，导致相关文档未被召回</a:t>
            </a:r>
            <a:endParaRPr lang="en-US" altLang="zh-CN" sz="2800" dirty="0"/>
          </a:p>
          <a:p>
            <a:r>
              <a:rPr lang="zh-CN" altLang="en-US" sz="2800" dirty="0"/>
              <a:t>为解决这一问题，可以采用两种额外的高级检索策略：</a:t>
            </a:r>
            <a:endParaRPr lang="en-US" altLang="zh-CN" sz="2800" dirty="0"/>
          </a:p>
          <a:p>
            <a:pPr lvl="1"/>
            <a:r>
              <a:rPr lang="zh-CN" altLang="en-US" dirty="0"/>
              <a:t>多查询扩展（</a:t>
            </a:r>
            <a:r>
              <a:rPr lang="en-US" altLang="zh-CN" dirty="0"/>
              <a:t>MQE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假设文档嵌入（</a:t>
            </a:r>
            <a:r>
              <a:rPr lang="en-US" altLang="zh-CN" dirty="0" err="1"/>
              <a:t>HyDE</a:t>
            </a:r>
            <a:r>
              <a:rPr lang="zh-CN" altLang="en-US" dirty="0"/>
              <a:t>）</a:t>
            </a:r>
            <a:endParaRPr lang="zh-CN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多扩展查询</a:t>
            </a:r>
            <a:r>
              <a:rPr lang="en-US" altLang="zh-CN" dirty="0"/>
              <a:t>MQE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en-US" dirty="0"/>
              <a:t>多查询扩展（</a:t>
            </a:r>
            <a:r>
              <a:rPr lang="en-US" altLang="zh-CN" dirty="0"/>
              <a:t>Multi-Query Expansion</a:t>
            </a:r>
            <a:r>
              <a:rPr lang="zh-CN" altLang="en-US" dirty="0"/>
              <a:t>）是一种通过生成语义等价、表达多样的查询来提升检索召回率的技术</a:t>
            </a:r>
            <a:endParaRPr lang="en-US" altLang="zh-CN" dirty="0"/>
          </a:p>
          <a:p>
            <a:r>
              <a:rPr lang="zh-CN" altLang="en-US" dirty="0"/>
              <a:t>其核心是：同一个问题可以有多种表述，而不同表述可能匹配到不同文档。例如，“如何学习 </a:t>
            </a:r>
            <a:r>
              <a:rPr lang="en-US" altLang="zh-CN" dirty="0"/>
              <a:t>Python”</a:t>
            </a:r>
            <a:r>
              <a:rPr lang="zh-CN" altLang="en-US" dirty="0"/>
              <a:t>可扩展为“</a:t>
            </a:r>
            <a:r>
              <a:rPr lang="en-US" altLang="zh-CN" dirty="0"/>
              <a:t>Python </a:t>
            </a:r>
            <a:r>
              <a:rPr lang="zh-CN" altLang="en-US" dirty="0"/>
              <a:t>入门教程”“</a:t>
            </a:r>
            <a:r>
              <a:rPr lang="en-US" altLang="zh-CN" dirty="0"/>
              <a:t>Python </a:t>
            </a:r>
            <a:r>
              <a:rPr lang="zh-CN" altLang="en-US" dirty="0"/>
              <a:t>学习方法”“</a:t>
            </a:r>
            <a:r>
              <a:rPr lang="en-US" altLang="zh-CN" dirty="0"/>
              <a:t>Python </a:t>
            </a:r>
            <a:r>
              <a:rPr lang="zh-CN" altLang="en-US" dirty="0"/>
              <a:t>编程指南”等</a:t>
            </a:r>
            <a:endParaRPr lang="en-US" altLang="zh-CN" dirty="0"/>
          </a:p>
          <a:p>
            <a:r>
              <a:rPr lang="zh-CN" altLang="en-US" dirty="0"/>
              <a:t>通过并行执行这些扩展查询并合并结果，系统可覆盖更广泛的相关文档，避免因措辞差异遗漏关键信息</a:t>
            </a:r>
            <a:endParaRPr lang="zh-CN" altLang="en-US" dirty="0"/>
          </a:p>
          <a:p>
            <a:r>
              <a:rPr lang="en-US" altLang="zh-CN" dirty="0"/>
              <a:t>MQE </a:t>
            </a:r>
            <a:r>
              <a:rPr lang="zh-CN" altLang="en-US" dirty="0"/>
              <a:t>的优势在于能够</a:t>
            </a:r>
            <a:r>
              <a:rPr lang="zh-CN" altLang="en-US" b="1" dirty="0"/>
              <a:t>自动理解查询的多种潜在含义</a:t>
            </a:r>
            <a:r>
              <a:rPr lang="zh-CN" altLang="en-US" dirty="0"/>
              <a:t>，尤其对模糊查询或专业术语查询效果显著。系统通常使用 </a:t>
            </a:r>
            <a:r>
              <a:rPr lang="en-US" altLang="zh-CN" dirty="0"/>
              <a:t>LLM </a:t>
            </a:r>
            <a:r>
              <a:rPr lang="zh-CN" altLang="en-US" dirty="0"/>
              <a:t>生成扩展查询，以保证扩展的多样性与语义相关性</a:t>
            </a:r>
            <a:endParaRPr lang="zh-CN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假设文档嵌入（</a:t>
            </a:r>
            <a:r>
              <a:rPr lang="en-US" altLang="zh-CN" dirty="0" err="1"/>
              <a:t>HyDE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en-US" dirty="0"/>
              <a:t>假设文档嵌入（</a:t>
            </a:r>
            <a:r>
              <a:rPr lang="en-US" altLang="zh-CN" dirty="0"/>
              <a:t>Hypothetical Document Embeddings</a:t>
            </a:r>
            <a:r>
              <a:rPr lang="zh-CN" altLang="en-US" dirty="0"/>
              <a:t>，</a:t>
            </a:r>
            <a:r>
              <a:rPr lang="en-US" altLang="zh-CN" dirty="0" err="1"/>
              <a:t>HyDE</a:t>
            </a:r>
            <a:r>
              <a:rPr lang="zh-CN" altLang="en-US" dirty="0"/>
              <a:t>）是一种创新检索技术，其核心思想是</a:t>
            </a:r>
            <a:r>
              <a:rPr lang="zh-CN" altLang="en-US" b="1" dirty="0"/>
              <a:t>“用答案找答案”</a:t>
            </a:r>
            <a:endParaRPr lang="en-US" altLang="zh-CN" b="1" dirty="0"/>
          </a:p>
          <a:p>
            <a:r>
              <a:rPr lang="zh-CN" altLang="en-US" dirty="0"/>
              <a:t>传统方法通常用问题直接匹配文档，但问题与答案在语义空间中的分布往往存在差异：问题常为疑问句，而文档多为陈述句。</a:t>
            </a:r>
            <a:r>
              <a:rPr lang="en-US" altLang="zh-CN" dirty="0" err="1"/>
              <a:t>HyDE</a:t>
            </a:r>
            <a:r>
              <a:rPr lang="en-US" altLang="zh-CN" dirty="0"/>
              <a:t> </a:t>
            </a:r>
            <a:r>
              <a:rPr lang="zh-CN" altLang="en-US" dirty="0"/>
              <a:t>先让 </a:t>
            </a:r>
            <a:r>
              <a:rPr lang="en-US" altLang="zh-CN" dirty="0"/>
              <a:t>LLM </a:t>
            </a:r>
            <a:r>
              <a:rPr lang="zh-CN" altLang="en-US" dirty="0"/>
              <a:t>生成一段“假设答案”，再用该答案检索真实文档，从而缩小查询与文档之间的语义鸿沟</a:t>
            </a:r>
            <a:endParaRPr lang="zh-CN" altLang="en-US" dirty="0"/>
          </a:p>
          <a:p>
            <a:r>
              <a:rPr lang="zh-CN" altLang="en-US" dirty="0"/>
              <a:t>这种方法的优势在于，假设答案与真实答案在语义空间中更接近，因此更容易匹配到相关文档。即使假设答案并不完全正确，其中包含的关键术语、概念和表达风格也能有效引导检索系统定位正确文档。尤其在专业领域查询中，</a:t>
            </a:r>
            <a:r>
              <a:rPr lang="en-US" altLang="zh-CN" dirty="0" err="1"/>
              <a:t>HyDE</a:t>
            </a:r>
            <a:r>
              <a:rPr lang="en-US" altLang="zh-CN" dirty="0"/>
              <a:t> </a:t>
            </a:r>
            <a:r>
              <a:rPr lang="zh-CN" altLang="en-US" dirty="0"/>
              <a:t>能生成包含领域术语的假设文档，显著提升检索精度</a:t>
            </a:r>
            <a:endParaRPr lang="zh-CN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致谢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51862" y="1473442"/>
            <a:ext cx="10243799" cy="5228441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主要贡献者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王继良</a:t>
            </a:r>
            <a:r>
              <a:rPr kumimoji="1" lang="en-US" altLang="zh-CN" dirty="0"/>
              <a:t> </a:t>
            </a:r>
            <a:r>
              <a:rPr kumimoji="1" lang="zh-CN" altLang="en-US" dirty="0"/>
              <a:t>清华大学 </a:t>
            </a:r>
            <a:r>
              <a:rPr kumimoji="1" lang="en-GB" altLang="zh-CN" dirty="0" err="1"/>
              <a:t>jiliangwang@tsinghua.edu.cn</a:t>
            </a:r>
            <a:r>
              <a:rPr kumimoji="1" lang="en-GB" altLang="zh-CN" dirty="0"/>
              <a:t>&gt;</a:t>
            </a:r>
            <a:endParaRPr kumimoji="1" lang="en-GB" altLang="zh-CN" dirty="0"/>
          </a:p>
          <a:p>
            <a:pPr lvl="1"/>
            <a:r>
              <a:rPr kumimoji="1" lang="zh-CN" altLang="en-US" dirty="0"/>
              <a:t>李航 清华大学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蔡冠宇 清华大学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董哲 清华大学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刘怡豪 清华大学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欢迎自由修改并用于非商业目的，修改后请保留此页。</a:t>
            </a:r>
            <a:endParaRPr kumimoji="1" lang="en-US" altLang="zh-CN" dirty="0"/>
          </a:p>
          <a:p>
            <a:r>
              <a:rPr kumimoji="1" lang="zh-CN" altLang="en-US" dirty="0"/>
              <a:t>如有可能，欢迎将修改后的</a:t>
            </a:r>
            <a:r>
              <a:rPr kumimoji="1" lang="en-US" altLang="zh-CN" dirty="0"/>
              <a:t>ppt</a:t>
            </a:r>
            <a:r>
              <a:rPr kumimoji="1" lang="zh-CN" altLang="en-US" dirty="0"/>
              <a:t>共享出来</a:t>
            </a:r>
            <a:endParaRPr kumimoji="1"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de468cff0a89a346615c48913c09ae9b56bd65c"/>
  <p:tag name="KSO_WM_NEWLAYOUT_GROUP_ID" val="layout_48"/>
  <p:tag name="KSO_WM_NEWLAYOUT_ID" val="slide_b9a0c9803ad3f3ca"/>
</p:tagLst>
</file>

<file path=ppt/tags/tag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055ea08f9a066d78c4cdc9c8e1055bdd0b6de78"/>
  <p:tag name="KSO_WM_NEWLAYOUT_GROUP_ID" val="layout_10009"/>
  <p:tag name="KSO_WM_NEWLAYOUT_ID" val="slide_271e292e8ce0feb0"/>
</p:tagLst>
</file>

<file path=ppt/tags/tag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f82997af538f355db07cb0f4147c9c22584708a"/>
  <p:tag name="KSO_WM_NEWLAYOUT_GROUP_ID" val="layout_10021"/>
  <p:tag name="KSO_WM_NEWLAYOUT_ID" val="slide_2124ea8383eff3bf"/>
</p:tagLst>
</file>

<file path=ppt/tags/tag3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3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3cd826b1aa3a0725f0667294d13c730c3f9ef9a"/>
  <p:tag name="KSO_WM_NEWLAYOUT_GROUP_ID" val="layout_10002"/>
  <p:tag name="KSO_WM_NEWLAYOUT_ID" val="slide_cca23a7e33996d1f"/>
</p:tagLst>
</file>

<file path=ppt/tags/tag4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3"/>
  <p:tag name="KSO_WM_UNIT_SUBTYPE" val="d"/>
  <p:tag name="KSO_WM_UNIT_TYPE" val="l_h_i"/>
</p:tagLst>
</file>

<file path=ppt/tags/tag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3"/>
  <p:tag name="KSO_WM_UNIT_SUBTYPE" val="d"/>
  <p:tag name="KSO_WM_UNIT_TYPE" val="l_h_i"/>
</p:tagLst>
</file>

<file path=ppt/tags/tag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3"/>
  <p:tag name="KSO_WM_UNIT_SUBTYPE" val="d"/>
  <p:tag name="KSO_WM_UNIT_TYPE" val="l_h_i"/>
</p:tagLst>
</file>

<file path=ppt/tags/tag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5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d016ebff6f1493e53185b7231ad3265cda66df8"/>
  <p:tag name="KSO_WM_NEWLAYOUT_GROUP_ID" val="layout_10013"/>
  <p:tag name="KSO_WM_NEWLAYOUT_ID" val="slide_8b398fc64e4c05a5"/>
</p:tagLst>
</file>

<file path=ppt/tags/tag5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6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a7e28812b0c649d87d0a34cc8caf7a900d9c1a4"/>
  <p:tag name="KSO_WM_NEWLAYOUT_GROUP_ID" val="layout_6"/>
  <p:tag name="KSO_WM_NEWLAYOUT_ID" val="slide_82e1f1fbf520933b"/>
</p:tagLst>
</file>

<file path=ppt/tags/tag6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6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6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7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7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69ead7f8dc8c8c3dd90ad6af038c75bd22ca516"/>
  <p:tag name="KSO_WM_NEWLAYOUT_GROUP_ID" val="layout_34"/>
  <p:tag name="KSO_WM_NEWLAYOUT_ID" val="slide_ee1cf869270fa626"/>
</p:tagLst>
</file>

<file path=ppt/tags/tag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8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e3b5e2055e810734b7cebde7177be0e780db9e6"/>
  <p:tag name="KSO_WM_NEWLAYOUT_GROUP_ID" val="layout_31"/>
  <p:tag name="KSO_WM_NEWLAYOUT_ID" val="slide_be39bfab3d70b474"/>
</p:tagLst>
</file>

<file path=ppt/tags/tag8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9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1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0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0297531376e92b9a2a59a452483b74596d3c35f"/>
  <p:tag name="KSO_WM_NEWLAYOUT_GROUP_ID" val="layout_53"/>
  <p:tag name="KSO_WM_NEWLAYOUT_ID" val="slide_0cb3c25280d5e7ee"/>
</p:tagLst>
</file>

<file path=ppt/tags/tag10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1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1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1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1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1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e38bc3062e5f4921233e723b0b2d609dc086565"/>
  <p:tag name="KSO_WM_NEWLAYOUT_GROUP_ID" val="layout_31"/>
  <p:tag name="KSO_WM_NEWLAYOUT_ID" val="slide_ea14bcc1890a96c2"/>
</p:tagLst>
</file>

<file path=ppt/tags/tag12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2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051a082ca338d902caccaaf4bbe0e548a5d7b01"/>
  <p:tag name="KSO_WM_NEWLAYOUT_GROUP_ID" val="layout_10021"/>
  <p:tag name="KSO_WM_NEWLAYOUT_ID" val="slide_bed728c1ecb64da0"/>
</p:tagLst>
</file>

<file path=ppt/tags/tag13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13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3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4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1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4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5_1"/>
  <p:tag name="KSO_WM_UNIT_TYPE" val="l_h_i"/>
</p:tagLst>
</file>

<file path=ppt/tags/tag1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1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</p:tagLst>
</file>

<file path=ppt/tags/tag14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a7e28812b0c649d87d0a34cc8caf7a900d9c1a4"/>
  <p:tag name="KSO_WM_NEWLAYOUT_GROUP_ID" val="layout_6"/>
  <p:tag name="KSO_WM_NEWLAYOUT_ID" val="slide_82e1f1fbf520933b"/>
</p:tagLst>
</file>

<file path=ppt/tags/tag15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5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5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5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6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1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6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c704c8ba51c282fab2357f4d1ba97b461abb362"/>
  <p:tag name="KSO_WM_NEWLAYOUT_GROUP_ID" val="layout_10014"/>
  <p:tag name="KSO_WM_NEWLAYOUT_ID" val="slide_603db9749418b09f"/>
</p:tagLst>
</file>

<file path=ppt/tags/tag1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7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9ac903452b35e0bb793972fe9e7c8773b5d5dba"/>
  <p:tag name="KSO_WM_NEWLAYOUT_GROUP_ID" val="layout_34"/>
  <p:tag name="KSO_WM_NEWLAYOUT_ID" val="slide_4ae229a2f1c7f65e"/>
</p:tagLst>
</file>

<file path=ppt/tags/tag1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1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be0593ec3e69506678779a99fc6716569b2b560"/>
  <p:tag name="KSO_WM_NEWLAYOUT_GROUP_ID" val="layout_10003"/>
  <p:tag name="KSO_WM_NEWLAYOUT_ID" val="slide_10cd397e0139f3d8"/>
</p:tagLst>
</file>

<file path=ppt/tags/tag1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8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9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9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9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8c2df48c08d40a046c8cb5b2eb2acd9d46e058d"/>
  <p:tag name="KSO_WM_NEWLAYOUT_GROUP_ID" val="layout_53"/>
  <p:tag name="KSO_WM_NEWLAYOUT_ID" val="slide_4708abd0320f88fa"/>
</p:tagLst>
</file>

<file path=ppt/tags/tag19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0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0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0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2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2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1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68bd312209e9f0e9828104cf9df01e32cf0f66c"/>
  <p:tag name="KSO_WM_NEWLAYOUT_GROUP_ID" val="layout_34"/>
  <p:tag name="KSO_WM_NEWLAYOUT_ID" val="slide_758c0c38998d981e"/>
</p:tagLst>
</file>

<file path=ppt/tags/tag2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2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2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2e68ecf57e7fa054c434bb96d6ee4c0a73cb2c7"/>
  <p:tag name="KSO_WM_NEWLAYOUT_GROUP_ID" val="layout_57"/>
  <p:tag name="KSO_WM_NEWLAYOUT_ID" val="slide_daccd4fd984ea338"/>
</p:tagLst>
</file>

<file path=ppt/tags/tag227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31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35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3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57358814fcf7edde3204ea1e1fde56484ffa023"/>
  <p:tag name="KSO_WM_NEWLAYOUT_GROUP_ID" val="layout_30"/>
  <p:tag name="KSO_WM_NEWLAYOUT_ID" val="slide_a16b2b5fbc98ea23"/>
</p:tagLst>
</file>

<file path=ppt/tags/tag2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4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4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4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5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2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5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f3c6b5602657a37d9d1abfb52cb0025af2d60c7"/>
  <p:tag name="KSO_WM_NEWLAYOUT_GROUP_ID" val="layout_60"/>
  <p:tag name="KSO_WM_NEWLAYOUT_ID" val="slide_a2d74a30d6846818"/>
</p:tagLst>
</file>

<file path=ppt/tags/tag25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55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</p:tagLst>
</file>

<file path=ppt/tags/tag2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2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</p:tagLst>
</file>

<file path=ppt/tags/tag26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c8953c9b015d07982504979f8c03bae7ca781a0"/>
  <p:tag name="KSO_WM_NEWLAYOUT_GROUP_ID" val="layout_6"/>
  <p:tag name="KSO_WM_NEWLAYOUT_ID" val="slide_a8556cd901320e4b"/>
</p:tagLst>
</file>

<file path=ppt/tags/tag26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6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7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7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7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996b3f9487503ed979065277ca8f30490f20d74"/>
  <p:tag name="KSO_WM_NEWLAYOUT_GROUP_ID" val="layout_31"/>
  <p:tag name="KSO_WM_NEWLAYOUT_ID" val="slide_2d80dcc34ba6bf84"/>
</p:tagLst>
</file>

<file path=ppt/tags/tag27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8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8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9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2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2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9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5f57984f8c202d02a921a3fb72482f1b331d748"/>
  <p:tag name="KSO_WM_NEWLAYOUT_GROUP_ID" val="layout_53"/>
  <p:tag name="KSO_WM_NEWLAYOUT_ID" val="slide_1c63f389541666c8"/>
</p:tagLst>
</file>

<file path=ppt/tags/tag29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9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3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0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3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0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21b1e4b1fe764be4f2b1a39b409f4a2ac842ce4"/>
  <p:tag name="KSO_WM_NEWLAYOUT_ID" val="slide_ee753d735184991a"/>
</p:tagLst>
</file>

<file path=ppt/tags/tag3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1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00317252d8d6ff88a89c1846b83934ac6d94de0"/>
  <p:tag name="KSO_WM_NEWLAYOUT_ID" val="slide_a736eb13ee1e7479"/>
</p:tagLst>
</file>

<file path=ppt/tags/tag31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1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3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2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24.xml><?xml version="1.0" encoding="utf-8"?>
<p:tagLst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25.xml><?xml version="1.0" encoding="utf-8"?>
<p:tagLst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26.xml><?xml version="1.0" encoding="utf-8"?>
<p:tagLst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27.xml><?xml version="1.0" encoding="utf-8"?>
<p:tagLst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28.xml><?xml version="1.0" encoding="utf-8"?>
<p:tagLst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29.xml><?xml version="1.0" encoding="utf-8"?>
<p:tagLst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30.xml><?xml version="1.0" encoding="utf-8"?>
<p:tagLst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31.xml><?xml version="1.0" encoding="utf-8"?>
<p:tagLst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32.xml><?xml version="1.0" encoding="utf-8"?>
<p:tagLst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33.xml><?xml version="1.0" encoding="utf-8"?>
<p:tagLst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34.xml><?xml version="1.0" encoding="utf-8"?>
<p:tagLst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35.xml><?xml version="1.0" encoding="utf-8"?>
<p:tagLst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36.xml><?xml version="1.0" encoding="utf-8"?>
<p:tagLst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37.xml><?xml version="1.0" encoding="utf-8"?>
<p:tagLst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38.xml><?xml version="1.0" encoding="utf-8"?>
<p:tagLst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39.xml><?xml version="1.0" encoding="utf-8"?>
<p:tagLst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40.xml><?xml version="1.0" encoding="utf-8"?>
<p:tagLst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41.xml><?xml version="1.0" encoding="utf-8"?>
<p:tagLst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42.xml><?xml version="1.0" encoding="utf-8"?>
<p:tagLst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43.xml><?xml version="1.0" encoding="utf-8"?>
<p:tagLst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44.xml><?xml version="1.0" encoding="utf-8"?>
<p:tagLst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45.xml><?xml version="1.0" encoding="utf-8"?>
<p:tagLst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46.xml><?xml version="1.0" encoding="utf-8"?>
<p:tagLst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47.xml><?xml version="1.0" encoding="utf-8"?>
<p:tagLst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48.xml><?xml version="1.0" encoding="utf-8"?>
<p:tagLst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49.xml><?xml version="1.0" encoding="utf-8"?>
<p:tagLst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50.xml><?xml version="1.0" encoding="utf-8"?>
<p:tagLst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51.xml><?xml version="1.0" encoding="utf-8"?>
<p:tagLst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52.xml><?xml version="1.0" encoding="utf-8"?>
<p:tagLst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53.xml><?xml version="1.0" encoding="utf-8"?>
<p:tagLst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54.xml><?xml version="1.0" encoding="utf-8"?>
<p:tagLst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55.xml><?xml version="1.0" encoding="utf-8"?>
<p:tagLst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56.xml><?xml version="1.0" encoding="utf-8"?>
<p:tagLst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57.xml><?xml version="1.0" encoding="utf-8"?>
<p:tagLst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58.xml><?xml version="1.0" encoding="utf-8"?>
<p:tagLst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59.xml><?xml version="1.0" encoding="utf-8"?>
<p:tagLst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60.xml><?xml version="1.0" encoding="utf-8"?>
<p:tagLst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61.xml><?xml version="1.0" encoding="utf-8"?>
<p:tagLst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62.xml><?xml version="1.0" encoding="utf-8"?>
<p:tagLst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63.xml><?xml version="1.0" encoding="utf-8"?>
<p:tagLst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64.xml><?xml version="1.0" encoding="utf-8"?>
<p:tagLst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65.xml><?xml version="1.0" encoding="utf-8"?>
<p:tagLst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66.xml><?xml version="1.0" encoding="utf-8"?>
<p:tagLst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67.xml><?xml version="1.0" encoding="utf-8"?>
<p:tagLst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68.xml><?xml version="1.0" encoding="utf-8"?>
<p:tagLst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69.xml><?xml version="1.0" encoding="utf-8"?>
<p:tagLst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70.xml><?xml version="1.0" encoding="utf-8"?>
<p:tagLst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71.xml><?xml version="1.0" encoding="utf-8"?>
<p:tagLst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72.xml><?xml version="1.0" encoding="utf-8"?>
<p:tagLst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73.xml><?xml version="1.0" encoding="utf-8"?>
<p:tagLst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常用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7216</Words>
  <Application>WPS 演示</Application>
  <PresentationFormat>宽屏</PresentationFormat>
  <Paragraphs>443</Paragraphs>
  <Slides>32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51" baseType="lpstr">
      <vt:lpstr>Arial</vt:lpstr>
      <vt:lpstr>宋体</vt:lpstr>
      <vt:lpstr>Wingdings</vt:lpstr>
      <vt:lpstr>微软雅黑</vt:lpstr>
      <vt:lpstr>Roboto</vt:lpstr>
      <vt:lpstr>Times New Roman</vt:lpstr>
      <vt:lpstr>Arial</vt:lpstr>
      <vt:lpstr>Bodoni MT</vt:lpstr>
      <vt:lpstr>Cambria Math</vt:lpstr>
      <vt:lpstr>等线</vt:lpstr>
      <vt:lpstr>Arial Unicode MS</vt:lpstr>
      <vt:lpstr>等线 Light</vt:lpstr>
      <vt:lpstr>Calibri</vt:lpstr>
      <vt:lpstr>Consolas</vt:lpstr>
      <vt:lpstr>KSOF6DA6CABE</vt:lpstr>
      <vt:lpstr>Segoe Print</vt:lpstr>
      <vt:lpstr>KSOFBE50A8BF</vt:lpstr>
      <vt:lpstr>Office 主题​​</vt:lpstr>
      <vt:lpstr>1_Office 主题​​</vt:lpstr>
      <vt:lpstr>PowerPoint 演示文稿</vt:lpstr>
      <vt:lpstr>课程安排</vt:lpstr>
      <vt:lpstr>PowerPoint 演示文稿</vt:lpstr>
      <vt:lpstr>背景</vt:lpstr>
      <vt:lpstr>为什么智能体需要记忆</vt:lpstr>
      <vt:lpstr>人类的记忆系统</vt:lpstr>
      <vt:lpstr>人类的记忆系统</vt:lpstr>
      <vt:lpstr>智能体需要什么？</vt:lpstr>
      <vt:lpstr>为什么智能体需要检索增强生成</vt:lpstr>
      <vt:lpstr>检索增强生成（RAG）</vt:lpstr>
      <vt:lpstr>检索增强生成（RAG）</vt:lpstr>
      <vt:lpstr>向量数据库</vt:lpstr>
      <vt:lpstr>1. 从文档到向量</vt:lpstr>
      <vt:lpstr>2. 向量相似度</vt:lpstr>
      <vt:lpstr>3. 召回与重排序</vt:lpstr>
      <vt:lpstr>4. 向量数据的使用示例</vt:lpstr>
      <vt:lpstr>4. 向量数据的使用示例</vt:lpstr>
      <vt:lpstr>4. 向量数据的使用示例</vt:lpstr>
      <vt:lpstr>4. 向量数据的使用示例</vt:lpstr>
      <vt:lpstr>案例演示</vt:lpstr>
      <vt:lpstr>案例演示</vt:lpstr>
      <vt:lpstr>案例演示</vt:lpstr>
      <vt:lpstr>案例演示</vt:lpstr>
      <vt:lpstr>案例演示</vt:lpstr>
      <vt:lpstr>案例演示</vt:lpstr>
      <vt:lpstr>案例演示</vt:lpstr>
      <vt:lpstr>案例演示</vt:lpstr>
      <vt:lpstr>总结</vt:lpstr>
      <vt:lpstr>高级检索策略</vt:lpstr>
      <vt:lpstr>多扩展查询MQE</vt:lpstr>
      <vt:lpstr>假设文档嵌入（HyDE）</vt:lpstr>
      <vt:lpstr>致谢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移动应用软件开发</dc:title>
  <dc:creator>DELL</dc:creator>
  <cp:lastModifiedBy>李航(2025213325)</cp:lastModifiedBy>
  <cp:revision>1227</cp:revision>
  <dcterms:created xsi:type="dcterms:W3CDTF">2019-12-18T07:30:00Z</dcterms:created>
  <dcterms:modified xsi:type="dcterms:W3CDTF">2026-04-13T15:28:48Z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C200D986278949ABB51E376FC3C03F0F_13</vt:lpwstr>
  </property>
</Properties>
</file>